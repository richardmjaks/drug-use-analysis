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30275213" cy="42803763"/>
  <p:notesSz cx="6858000" cy="9144000"/>
  <p:embeddedFontLst>
    <p:embeddedFont>
      <p:font typeface="Gotu" panose="020B0604020202020204" charset="0"/>
      <p:regular r:id="rId3"/>
    </p:embeddedFont>
    <p:embeddedFont>
      <p:font typeface="TT Chocolates" panose="020B0604020202020204" charset="0"/>
      <p:regular r:id="rId4"/>
    </p:embeddedFont>
    <p:embeddedFont>
      <p:font typeface="TT Chocolates Bold" panose="020B0604020202020204" charset="0"/>
      <p:regular r:id="rId5"/>
    </p:embeddedFont>
    <p:embeddedFont>
      <p:font typeface="TT Interphases" panose="020B0604020202020204" charset="0"/>
      <p:regular r:id="rId6"/>
    </p:embeddedFont>
    <p:embeddedFont>
      <p:font typeface="TT Interphases Bold" panose="020B0604020202020204" charset="0"/>
      <p:regular r:id="rId7"/>
    </p:embeddedFont>
  </p:embeddedFontLst>
  <p:defaultTextStyle>
    <a:defPPr>
      <a:defRPr lang="en-US"/>
    </a:defPPr>
    <a:lvl1pPr marL="0" algn="l" defTabSz="1831360" rtl="0" eaLnBrk="1" latinLnBrk="0" hangingPunct="1">
      <a:defRPr sz="3605" kern="1200">
        <a:solidFill>
          <a:schemeClr val="tx1"/>
        </a:solidFill>
        <a:latin typeface="+mn-lt"/>
        <a:ea typeface="+mn-ea"/>
        <a:cs typeface="+mn-cs"/>
      </a:defRPr>
    </a:lvl1pPr>
    <a:lvl2pPr marL="915680" algn="l" defTabSz="1831360" rtl="0" eaLnBrk="1" latinLnBrk="0" hangingPunct="1">
      <a:defRPr sz="3605" kern="1200">
        <a:solidFill>
          <a:schemeClr val="tx1"/>
        </a:solidFill>
        <a:latin typeface="+mn-lt"/>
        <a:ea typeface="+mn-ea"/>
        <a:cs typeface="+mn-cs"/>
      </a:defRPr>
    </a:lvl2pPr>
    <a:lvl3pPr marL="1831360" algn="l" defTabSz="1831360" rtl="0" eaLnBrk="1" latinLnBrk="0" hangingPunct="1">
      <a:defRPr sz="3605" kern="1200">
        <a:solidFill>
          <a:schemeClr val="tx1"/>
        </a:solidFill>
        <a:latin typeface="+mn-lt"/>
        <a:ea typeface="+mn-ea"/>
        <a:cs typeface="+mn-cs"/>
      </a:defRPr>
    </a:lvl3pPr>
    <a:lvl4pPr marL="2747040" algn="l" defTabSz="1831360" rtl="0" eaLnBrk="1" latinLnBrk="0" hangingPunct="1">
      <a:defRPr sz="3605" kern="1200">
        <a:solidFill>
          <a:schemeClr val="tx1"/>
        </a:solidFill>
        <a:latin typeface="+mn-lt"/>
        <a:ea typeface="+mn-ea"/>
        <a:cs typeface="+mn-cs"/>
      </a:defRPr>
    </a:lvl4pPr>
    <a:lvl5pPr marL="3662721" algn="l" defTabSz="1831360" rtl="0" eaLnBrk="1" latinLnBrk="0" hangingPunct="1">
      <a:defRPr sz="3605" kern="1200">
        <a:solidFill>
          <a:schemeClr val="tx1"/>
        </a:solidFill>
        <a:latin typeface="+mn-lt"/>
        <a:ea typeface="+mn-ea"/>
        <a:cs typeface="+mn-cs"/>
      </a:defRPr>
    </a:lvl5pPr>
    <a:lvl6pPr marL="4578401" algn="l" defTabSz="1831360" rtl="0" eaLnBrk="1" latinLnBrk="0" hangingPunct="1">
      <a:defRPr sz="3605" kern="1200">
        <a:solidFill>
          <a:schemeClr val="tx1"/>
        </a:solidFill>
        <a:latin typeface="+mn-lt"/>
        <a:ea typeface="+mn-ea"/>
        <a:cs typeface="+mn-cs"/>
      </a:defRPr>
    </a:lvl6pPr>
    <a:lvl7pPr marL="5494081" algn="l" defTabSz="1831360" rtl="0" eaLnBrk="1" latinLnBrk="0" hangingPunct="1">
      <a:defRPr sz="3605" kern="1200">
        <a:solidFill>
          <a:schemeClr val="tx1"/>
        </a:solidFill>
        <a:latin typeface="+mn-lt"/>
        <a:ea typeface="+mn-ea"/>
        <a:cs typeface="+mn-cs"/>
      </a:defRPr>
    </a:lvl7pPr>
    <a:lvl8pPr marL="6409761" algn="l" defTabSz="1831360" rtl="0" eaLnBrk="1" latinLnBrk="0" hangingPunct="1">
      <a:defRPr sz="3605" kern="1200">
        <a:solidFill>
          <a:schemeClr val="tx1"/>
        </a:solidFill>
        <a:latin typeface="+mn-lt"/>
        <a:ea typeface="+mn-ea"/>
        <a:cs typeface="+mn-cs"/>
      </a:defRPr>
    </a:lvl8pPr>
    <a:lvl9pPr marL="7325441" algn="l" defTabSz="1831360" rtl="0" eaLnBrk="1" latinLnBrk="0" hangingPunct="1">
      <a:defRPr sz="360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6" userDrawn="1">
          <p15:clr>
            <a:srgbClr val="A4A3A4"/>
          </p15:clr>
        </p15:guide>
        <p15:guide id="2" pos="57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305F75-3EB8-4211-B9A4-53745589D7E4}" v="658" dt="2025-12-08T07:20:07.691"/>
    <p1510:client id="{2EBCC940-FA1C-C9B4-0B63-B111D3337430}" v="322" dt="2025-12-08T06:59:08.9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64" y="778"/>
      </p:cViewPr>
      <p:guideLst>
        <p:guide orient="horz" pos="4326"/>
        <p:guide pos="576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6d356317-0d04-4abc-b6b6-8c9773885bb0::" providerId="AD" clId="Web-{2EBCC940-FA1C-C9B4-0B63-B111D3337430}"/>
    <pc:docChg chg="modSld">
      <pc:chgData name="Guest User" userId="S::urn:spo:tenantanon#6d356317-0d04-4abc-b6b6-8c9773885bb0::" providerId="AD" clId="Web-{2EBCC940-FA1C-C9B4-0B63-B111D3337430}" dt="2025-12-08T06:59:08.921" v="315" actId="14100"/>
      <pc:docMkLst>
        <pc:docMk/>
      </pc:docMkLst>
      <pc:sldChg chg="addSp delSp modSp">
        <pc:chgData name="Guest User" userId="S::urn:spo:tenantanon#6d356317-0d04-4abc-b6b6-8c9773885bb0::" providerId="AD" clId="Web-{2EBCC940-FA1C-C9B4-0B63-B111D3337430}" dt="2025-12-08T06:59:08.921" v="315" actId="14100"/>
        <pc:sldMkLst>
          <pc:docMk/>
          <pc:sldMk cId="0" sldId="256"/>
        </pc:sldMkLst>
        <pc:spChg chg="mod">
          <ac:chgData name="Guest User" userId="S::urn:spo:tenantanon#6d356317-0d04-4abc-b6b6-8c9773885bb0::" providerId="AD" clId="Web-{2EBCC940-FA1C-C9B4-0B63-B111D3337430}" dt="2025-12-08T06:58:51.529" v="313" actId="1076"/>
          <ac:spMkLst>
            <pc:docMk/>
            <pc:sldMk cId="0" sldId="256"/>
            <ac:spMk id="8" creationId="{00000000-0000-0000-0000-000000000000}"/>
          </ac:spMkLst>
        </pc:spChg>
        <pc:spChg chg="del">
          <ac:chgData name="Guest User" userId="S::urn:spo:tenantanon#6d356317-0d04-4abc-b6b6-8c9773885bb0::" providerId="AD" clId="Web-{2EBCC940-FA1C-C9B4-0B63-B111D3337430}" dt="2025-12-08T06:33:02.152" v="234"/>
          <ac:spMkLst>
            <pc:docMk/>
            <pc:sldMk cId="0" sldId="256"/>
            <ac:spMk id="14" creationId="{00000000-0000-0000-0000-000000000000}"/>
          </ac:spMkLst>
        </pc:spChg>
        <pc:spChg chg="mod ord">
          <ac:chgData name="Guest User" userId="S::urn:spo:tenantanon#6d356317-0d04-4abc-b6b6-8c9773885bb0::" providerId="AD" clId="Web-{2EBCC940-FA1C-C9B4-0B63-B111D3337430}" dt="2025-12-08T06:56:57.262" v="295" actId="14100"/>
          <ac:spMkLst>
            <pc:docMk/>
            <pc:sldMk cId="0" sldId="256"/>
            <ac:spMk id="18" creationId="{00000000-0000-0000-0000-000000000000}"/>
          </ac:spMkLst>
        </pc:spChg>
        <pc:spChg chg="mod">
          <ac:chgData name="Guest User" userId="S::urn:spo:tenantanon#6d356317-0d04-4abc-b6b6-8c9773885bb0::" providerId="AD" clId="Web-{2EBCC940-FA1C-C9B4-0B63-B111D3337430}" dt="2025-12-08T06:38:14.714" v="264" actId="1076"/>
          <ac:spMkLst>
            <pc:docMk/>
            <pc:sldMk cId="0" sldId="256"/>
            <ac:spMk id="19" creationId="{00000000-0000-0000-0000-000000000000}"/>
          </ac:spMkLst>
        </pc:spChg>
        <pc:spChg chg="mod">
          <ac:chgData name="Guest User" userId="S::urn:spo:tenantanon#6d356317-0d04-4abc-b6b6-8c9773885bb0::" providerId="AD" clId="Web-{2EBCC940-FA1C-C9B4-0B63-B111D3337430}" dt="2025-12-08T06:37:33.447" v="261" actId="1076"/>
          <ac:spMkLst>
            <pc:docMk/>
            <pc:sldMk cId="0" sldId="256"/>
            <ac:spMk id="20" creationId="{00000000-0000-0000-0000-000000000000}"/>
          </ac:spMkLst>
        </pc:spChg>
        <pc:spChg chg="mod ord">
          <ac:chgData name="Guest User" userId="S::urn:spo:tenantanon#6d356317-0d04-4abc-b6b6-8c9773885bb0::" providerId="AD" clId="Web-{2EBCC940-FA1C-C9B4-0B63-B111D3337430}" dt="2025-12-08T06:32:29.603" v="232" actId="1076"/>
          <ac:spMkLst>
            <pc:docMk/>
            <pc:sldMk cId="0" sldId="256"/>
            <ac:spMk id="21" creationId="{00000000-0000-0000-0000-000000000000}"/>
          </ac:spMkLst>
        </pc:spChg>
        <pc:spChg chg="mod">
          <ac:chgData name="Guest User" userId="S::urn:spo:tenantanon#6d356317-0d04-4abc-b6b6-8c9773885bb0::" providerId="AD" clId="Web-{2EBCC940-FA1C-C9B4-0B63-B111D3337430}" dt="2025-12-08T06:31:59.507" v="222" actId="1076"/>
          <ac:spMkLst>
            <pc:docMk/>
            <pc:sldMk cId="0" sldId="256"/>
            <ac:spMk id="22" creationId="{00000000-0000-0000-0000-000000000000}"/>
          </ac:spMkLst>
        </pc:spChg>
        <pc:spChg chg="mod">
          <ac:chgData name="Guest User" userId="S::urn:spo:tenantanon#6d356317-0d04-4abc-b6b6-8c9773885bb0::" providerId="AD" clId="Web-{2EBCC940-FA1C-C9B4-0B63-B111D3337430}" dt="2025-12-08T06:34:10.548" v="243" actId="14100"/>
          <ac:spMkLst>
            <pc:docMk/>
            <pc:sldMk cId="0" sldId="256"/>
            <ac:spMk id="24" creationId="{00000000-0000-0000-0000-000000000000}"/>
          </ac:spMkLst>
        </pc:spChg>
        <pc:spChg chg="mod">
          <ac:chgData name="Guest User" userId="S::urn:spo:tenantanon#6d356317-0d04-4abc-b6b6-8c9773885bb0::" providerId="AD" clId="Web-{2EBCC940-FA1C-C9B4-0B63-B111D3337430}" dt="2025-12-08T06:31:18.881" v="217" actId="14100"/>
          <ac:spMkLst>
            <pc:docMk/>
            <pc:sldMk cId="0" sldId="256"/>
            <ac:spMk id="25" creationId="{00000000-0000-0000-0000-000000000000}"/>
          </ac:spMkLst>
        </pc:spChg>
        <pc:spChg chg="mod">
          <ac:chgData name="Guest User" userId="S::urn:spo:tenantanon#6d356317-0d04-4abc-b6b6-8c9773885bb0::" providerId="AD" clId="Web-{2EBCC940-FA1C-C9B4-0B63-B111D3337430}" dt="2025-12-08T06:17:48.833" v="193" actId="20577"/>
          <ac:spMkLst>
            <pc:docMk/>
            <pc:sldMk cId="0" sldId="256"/>
            <ac:spMk id="26" creationId="{00000000-0000-0000-0000-000000000000}"/>
          </ac:spMkLst>
        </pc:spChg>
        <pc:spChg chg="mod">
          <ac:chgData name="Guest User" userId="S::urn:spo:tenantanon#6d356317-0d04-4abc-b6b6-8c9773885bb0::" providerId="AD" clId="Web-{2EBCC940-FA1C-C9B4-0B63-B111D3337430}" dt="2025-12-08T06:57:52.888" v="304" actId="1076"/>
          <ac:spMkLst>
            <pc:docMk/>
            <pc:sldMk cId="0" sldId="256"/>
            <ac:spMk id="30" creationId="{00000000-0000-0000-0000-000000000000}"/>
          </ac:spMkLst>
        </pc:spChg>
        <pc:spChg chg="mod">
          <ac:chgData name="Guest User" userId="S::urn:spo:tenantanon#6d356317-0d04-4abc-b6b6-8c9773885bb0::" providerId="AD" clId="Web-{2EBCC940-FA1C-C9B4-0B63-B111D3337430}" dt="2025-12-08T06:57:54.357" v="305" actId="1076"/>
          <ac:spMkLst>
            <pc:docMk/>
            <pc:sldMk cId="0" sldId="256"/>
            <ac:spMk id="31" creationId="{00000000-0000-0000-0000-000000000000}"/>
          </ac:spMkLst>
        </pc:spChg>
        <pc:spChg chg="mod">
          <ac:chgData name="Guest User" userId="S::urn:spo:tenantanon#6d356317-0d04-4abc-b6b6-8c9773885bb0::" providerId="AD" clId="Web-{2EBCC940-FA1C-C9B4-0B63-B111D3337430}" dt="2025-12-08T06:30:22.912" v="210" actId="1076"/>
          <ac:spMkLst>
            <pc:docMk/>
            <pc:sldMk cId="0" sldId="256"/>
            <ac:spMk id="33" creationId="{00000000-0000-0000-0000-000000000000}"/>
          </ac:spMkLst>
        </pc:spChg>
        <pc:spChg chg="mod">
          <ac:chgData name="Guest User" userId="S::urn:spo:tenantanon#6d356317-0d04-4abc-b6b6-8c9773885bb0::" providerId="AD" clId="Web-{2EBCC940-FA1C-C9B4-0B63-B111D3337430}" dt="2025-12-08T06:31:59.757" v="223" actId="1076"/>
          <ac:spMkLst>
            <pc:docMk/>
            <pc:sldMk cId="0" sldId="256"/>
            <ac:spMk id="34" creationId="{00000000-0000-0000-0000-000000000000}"/>
          </ac:spMkLst>
        </pc:spChg>
        <pc:spChg chg="mod ord">
          <ac:chgData name="Guest User" userId="S::urn:spo:tenantanon#6d356317-0d04-4abc-b6b6-8c9773885bb0::" providerId="AD" clId="Web-{2EBCC940-FA1C-C9B4-0B63-B111D3337430}" dt="2025-12-08T06:32:46.729" v="233" actId="1076"/>
          <ac:spMkLst>
            <pc:docMk/>
            <pc:sldMk cId="0" sldId="256"/>
            <ac:spMk id="36" creationId="{00000000-0000-0000-0000-000000000000}"/>
          </ac:spMkLst>
        </pc:spChg>
        <pc:spChg chg="add mod">
          <ac:chgData name="Guest User" userId="S::urn:spo:tenantanon#6d356317-0d04-4abc-b6b6-8c9773885bb0::" providerId="AD" clId="Web-{2EBCC940-FA1C-C9B4-0B63-B111D3337430}" dt="2025-12-08T06:59:08.921" v="315" actId="14100"/>
          <ac:spMkLst>
            <pc:docMk/>
            <pc:sldMk cId="0" sldId="256"/>
            <ac:spMk id="40" creationId="{A3400905-1C59-60C8-93E7-83DD027FE0A8}"/>
          </ac:spMkLst>
        </pc:spChg>
        <pc:grpChg chg="mod">
          <ac:chgData name="Guest User" userId="S::urn:spo:tenantanon#6d356317-0d04-4abc-b6b6-8c9773885bb0::" providerId="AD" clId="Web-{2EBCC940-FA1C-C9B4-0B63-B111D3337430}" dt="2025-12-08T06:56:48.996" v="293" actId="14100"/>
          <ac:grpSpMkLst>
            <pc:docMk/>
            <pc:sldMk cId="0" sldId="256"/>
            <ac:grpSpMk id="2" creationId="{00000000-0000-0000-0000-000000000000}"/>
          </ac:grpSpMkLst>
        </pc:grpChg>
        <pc:grpChg chg="add del mod">
          <ac:chgData name="Guest User" userId="S::urn:spo:tenantanon#6d356317-0d04-4abc-b6b6-8c9773885bb0::" providerId="AD" clId="Web-{2EBCC940-FA1C-C9B4-0B63-B111D3337430}" dt="2025-12-08T05:38:34.430" v="125"/>
          <ac:grpSpMkLst>
            <pc:docMk/>
            <pc:sldMk cId="0" sldId="256"/>
            <ac:grpSpMk id="38" creationId="{8596FB21-B180-D2EA-5643-9E2D855B7713}"/>
          </ac:grpSpMkLst>
        </pc:grpChg>
        <pc:picChg chg="add mod">
          <ac:chgData name="Guest User" userId="S::urn:spo:tenantanon#6d356317-0d04-4abc-b6b6-8c9773885bb0::" providerId="AD" clId="Web-{2EBCC940-FA1C-C9B4-0B63-B111D3337430}" dt="2025-12-08T06:57:34.778" v="302" actId="14100"/>
          <ac:picMkLst>
            <pc:docMk/>
            <pc:sldMk cId="0" sldId="256"/>
            <ac:picMk id="14" creationId="{776F6CBC-3A12-DBCF-F095-C896C5BC5F9E}"/>
          </ac:picMkLst>
        </pc:picChg>
        <pc:picChg chg="add mod">
          <ac:chgData name="Guest User" userId="S::urn:spo:tenantanon#6d356317-0d04-4abc-b6b6-8c9773885bb0::" providerId="AD" clId="Web-{2EBCC940-FA1C-C9B4-0B63-B111D3337430}" dt="2025-12-08T06:54:43.508" v="274" actId="1076"/>
          <ac:picMkLst>
            <pc:docMk/>
            <pc:sldMk cId="0" sldId="256"/>
            <ac:picMk id="33" creationId="{8DC88E13-B1DB-8DB3-123C-123E5D65944E}"/>
          </ac:picMkLst>
        </pc:picChg>
        <pc:picChg chg="add mod">
          <ac:chgData name="Guest User" userId="S::urn:spo:tenantanon#6d356317-0d04-4abc-b6b6-8c9773885bb0::" providerId="AD" clId="Web-{2EBCC940-FA1C-C9B4-0B63-B111D3337430}" dt="2025-12-08T06:57:24.293" v="301" actId="14100"/>
          <ac:picMkLst>
            <pc:docMk/>
            <pc:sldMk cId="0" sldId="256"/>
            <ac:picMk id="37" creationId="{2A65E5DB-E1D4-1B37-06BA-71AF563B767C}"/>
          </ac:picMkLst>
        </pc:picChg>
        <pc:picChg chg="add del mod">
          <ac:chgData name="Guest User" userId="S::urn:spo:tenantanon#6d356317-0d04-4abc-b6b6-8c9773885bb0::" providerId="AD" clId="Web-{2EBCC940-FA1C-C9B4-0B63-B111D3337430}" dt="2025-12-08T06:29:05.489" v="199"/>
          <ac:picMkLst>
            <pc:docMk/>
            <pc:sldMk cId="0" sldId="256"/>
            <ac:picMk id="37" creationId="{7E66A273-1B62-05DB-AD26-97CBB227B24F}"/>
          </ac:picMkLst>
        </pc:picChg>
        <pc:picChg chg="add del mod">
          <ac:chgData name="Guest User" userId="S::urn:spo:tenantanon#6d356317-0d04-4abc-b6b6-8c9773885bb0::" providerId="AD" clId="Web-{2EBCC940-FA1C-C9B4-0B63-B111D3337430}" dt="2025-12-08T06:55:27.025" v="275"/>
          <ac:picMkLst>
            <pc:docMk/>
            <pc:sldMk cId="0" sldId="256"/>
            <ac:picMk id="38" creationId="{668EDEA6-63BD-1F46-B863-088737F7501E}"/>
          </ac:picMkLst>
        </pc:picChg>
        <pc:picChg chg="add del mod">
          <ac:chgData name="Guest User" userId="S::urn:spo:tenantanon#6d356317-0d04-4abc-b6b6-8c9773885bb0::" providerId="AD" clId="Web-{2EBCC940-FA1C-C9B4-0B63-B111D3337430}" dt="2025-12-08T05:30:28.840" v="26"/>
          <ac:picMkLst>
            <pc:docMk/>
            <pc:sldMk cId="0" sldId="256"/>
            <ac:picMk id="38" creationId="{C240A056-DDE2-3062-794A-C679203995C0}"/>
          </ac:picMkLst>
        </pc:picChg>
        <pc:picChg chg="add del mod">
          <ac:chgData name="Guest User" userId="S::urn:spo:tenantanon#6d356317-0d04-4abc-b6b6-8c9773885bb0::" providerId="AD" clId="Web-{2EBCC940-FA1C-C9B4-0B63-B111D3337430}" dt="2025-12-08T05:30:28.840" v="25"/>
          <ac:picMkLst>
            <pc:docMk/>
            <pc:sldMk cId="0" sldId="256"/>
            <ac:picMk id="39" creationId="{9673C125-EB0F-01B7-6434-F91C49173157}"/>
          </ac:picMkLst>
        </pc:picChg>
        <pc:picChg chg="add mod">
          <ac:chgData name="Guest User" userId="S::urn:spo:tenantanon#6d356317-0d04-4abc-b6b6-8c9773885bb0::" providerId="AD" clId="Web-{2EBCC940-FA1C-C9B4-0B63-B111D3337430}" dt="2025-12-08T06:57:35.512" v="303" actId="14100"/>
          <ac:picMkLst>
            <pc:docMk/>
            <pc:sldMk cId="0" sldId="256"/>
            <ac:picMk id="39" creationId="{F038D5D1-DDAB-6856-FBFE-4FC8F490C2B6}"/>
          </ac:picMkLst>
        </pc:picChg>
        <pc:picChg chg="add del mod">
          <ac:chgData name="Guest User" userId="S::urn:spo:tenantanon#6d356317-0d04-4abc-b6b6-8c9773885bb0::" providerId="AD" clId="Web-{2EBCC940-FA1C-C9B4-0B63-B111D3337430}" dt="2025-12-08T05:48:56.671" v="146"/>
          <ac:picMkLst>
            <pc:docMk/>
            <pc:sldMk cId="0" sldId="256"/>
            <ac:picMk id="39" creationId="{FC6039DC-5919-DF19-06E3-3F0DB93C3E8F}"/>
          </ac:picMkLst>
        </pc:picChg>
        <pc:picChg chg="add del mod">
          <ac:chgData name="Guest User" userId="S::urn:spo:tenantanon#6d356317-0d04-4abc-b6b6-8c9773885bb0::" providerId="AD" clId="Web-{2EBCC940-FA1C-C9B4-0B63-B111D3337430}" dt="2025-12-08T05:49:05.593" v="149"/>
          <ac:picMkLst>
            <pc:docMk/>
            <pc:sldMk cId="0" sldId="256"/>
            <ac:picMk id="40" creationId="{7789EDE5-D092-691C-731F-C63018EDC8AE}"/>
          </ac:picMkLst>
        </pc:picChg>
        <pc:picChg chg="add del mod">
          <ac:chgData name="Guest User" userId="S::urn:spo:tenantanon#6d356317-0d04-4abc-b6b6-8c9773885bb0::" providerId="AD" clId="Web-{2EBCC940-FA1C-C9B4-0B63-B111D3337430}" dt="2025-12-08T05:30:28.840" v="24"/>
          <ac:picMkLst>
            <pc:docMk/>
            <pc:sldMk cId="0" sldId="256"/>
            <ac:picMk id="40" creationId="{CEFEFC18-6A19-0C7B-85C1-78E154A36BDE}"/>
          </ac:picMkLst>
        </pc:picChg>
        <pc:picChg chg="add del mod">
          <ac:chgData name="Guest User" userId="S::urn:spo:tenantanon#6d356317-0d04-4abc-b6b6-8c9773885bb0::" providerId="AD" clId="Web-{2EBCC940-FA1C-C9B4-0B63-B111D3337430}" dt="2025-12-08T05:49:27.343" v="152"/>
          <ac:picMkLst>
            <pc:docMk/>
            <pc:sldMk cId="0" sldId="256"/>
            <ac:picMk id="41" creationId="{19AC9E51-D127-10EE-BBB8-15345AE80996}"/>
          </ac:picMkLst>
        </pc:picChg>
        <pc:picChg chg="add del mod">
          <ac:chgData name="Guest User" userId="S::urn:spo:tenantanon#6d356317-0d04-4abc-b6b6-8c9773885bb0::" providerId="AD" clId="Web-{2EBCC940-FA1C-C9B4-0B63-B111D3337430}" dt="2025-12-08T05:30:28.840" v="23"/>
          <ac:picMkLst>
            <pc:docMk/>
            <pc:sldMk cId="0" sldId="256"/>
            <ac:picMk id="41" creationId="{C04B3F4C-6EDC-AE25-E26A-B6303890D6C3}"/>
          </ac:picMkLst>
        </pc:picChg>
        <pc:picChg chg="add del mod">
          <ac:chgData name="Guest User" userId="S::urn:spo:tenantanon#6d356317-0d04-4abc-b6b6-8c9773885bb0::" providerId="AD" clId="Web-{2EBCC940-FA1C-C9B4-0B63-B111D3337430}" dt="2025-12-08T05:30:28.840" v="22"/>
          <ac:picMkLst>
            <pc:docMk/>
            <pc:sldMk cId="0" sldId="256"/>
            <ac:picMk id="42" creationId="{6D963969-7640-69F9-207B-6FC88CE5AA15}"/>
          </ac:picMkLst>
        </pc:picChg>
        <pc:picChg chg="add del mod">
          <ac:chgData name="Guest User" userId="S::urn:spo:tenantanon#6d356317-0d04-4abc-b6b6-8c9773885bb0::" providerId="AD" clId="Web-{2EBCC940-FA1C-C9B4-0B63-B111D3337430}" dt="2025-12-08T05:49:50.890" v="155"/>
          <ac:picMkLst>
            <pc:docMk/>
            <pc:sldMk cId="0" sldId="256"/>
            <ac:picMk id="42" creationId="{C8B9339B-6056-FCAD-8409-59A29FDEC35F}"/>
          </ac:picMkLst>
        </pc:picChg>
        <pc:picChg chg="add del mod">
          <ac:chgData name="Guest User" userId="S::urn:spo:tenantanon#6d356317-0d04-4abc-b6b6-8c9773885bb0::" providerId="AD" clId="Web-{2EBCC940-FA1C-C9B4-0B63-B111D3337430}" dt="2025-12-08T05:30:28.840" v="21"/>
          <ac:picMkLst>
            <pc:docMk/>
            <pc:sldMk cId="0" sldId="256"/>
            <ac:picMk id="43" creationId="{5EB98E01-9630-7079-A01C-7E6249F7DA17}"/>
          </ac:picMkLst>
        </pc:picChg>
        <pc:picChg chg="add del mod">
          <ac:chgData name="Guest User" userId="S::urn:spo:tenantanon#6d356317-0d04-4abc-b6b6-8c9773885bb0::" providerId="AD" clId="Web-{2EBCC940-FA1C-C9B4-0B63-B111D3337430}" dt="2025-12-08T06:11:52.257" v="171"/>
          <ac:picMkLst>
            <pc:docMk/>
            <pc:sldMk cId="0" sldId="256"/>
            <ac:picMk id="43" creationId="{F7AD2C1F-5586-C1DE-46A5-D44623469B73}"/>
          </ac:picMkLst>
        </pc:picChg>
        <pc:picChg chg="add del mod">
          <ac:chgData name="Guest User" userId="S::urn:spo:tenantanon#6d356317-0d04-4abc-b6b6-8c9773885bb0::" providerId="AD" clId="Web-{2EBCC940-FA1C-C9B4-0B63-B111D3337430}" dt="2025-12-08T06:14:21.961" v="179"/>
          <ac:picMkLst>
            <pc:docMk/>
            <pc:sldMk cId="0" sldId="256"/>
            <ac:picMk id="44" creationId="{B25CAF4F-70FD-BD76-2496-8899C073C769}"/>
          </ac:picMkLst>
        </pc:picChg>
        <pc:picChg chg="add del mod">
          <ac:chgData name="Guest User" userId="S::urn:spo:tenantanon#6d356317-0d04-4abc-b6b6-8c9773885bb0::" providerId="AD" clId="Web-{2EBCC940-FA1C-C9B4-0B63-B111D3337430}" dt="2025-12-08T05:30:28.840" v="20"/>
          <ac:picMkLst>
            <pc:docMk/>
            <pc:sldMk cId="0" sldId="256"/>
            <ac:picMk id="44" creationId="{DEEE868C-0F9C-995C-D52A-0F8B58A65D33}"/>
          </ac:picMkLst>
        </pc:picChg>
        <pc:picChg chg="add del mod topLvl">
          <ac:chgData name="Guest User" userId="S::urn:spo:tenantanon#6d356317-0d04-4abc-b6b6-8c9773885bb0::" providerId="AD" clId="Web-{2EBCC940-FA1C-C9B4-0B63-B111D3337430}" dt="2025-12-08T05:48:00.842" v="143"/>
          <ac:picMkLst>
            <pc:docMk/>
            <pc:sldMk cId="0" sldId="256"/>
            <ac:picMk id="45" creationId="{EB440746-95E6-83F4-DE88-69EFF16B32C2}"/>
          </ac:picMkLst>
        </pc:picChg>
        <pc:picChg chg="add del mod topLvl">
          <ac:chgData name="Guest User" userId="S::urn:spo:tenantanon#6d356317-0d04-4abc-b6b6-8c9773885bb0::" providerId="AD" clId="Web-{2EBCC940-FA1C-C9B4-0B63-B111D3337430}" dt="2025-12-08T05:48:00.842" v="141"/>
          <ac:picMkLst>
            <pc:docMk/>
            <pc:sldMk cId="0" sldId="256"/>
            <ac:picMk id="46" creationId="{412C7B9D-902E-D159-73E3-3543B0022500}"/>
          </ac:picMkLst>
        </pc:picChg>
        <pc:picChg chg="add del mod topLvl">
          <ac:chgData name="Guest User" userId="S::urn:spo:tenantanon#6d356317-0d04-4abc-b6b6-8c9773885bb0::" providerId="AD" clId="Web-{2EBCC940-FA1C-C9B4-0B63-B111D3337430}" dt="2025-12-08T05:48:00.842" v="140"/>
          <ac:picMkLst>
            <pc:docMk/>
            <pc:sldMk cId="0" sldId="256"/>
            <ac:picMk id="47" creationId="{5D349E4B-C4E3-C70D-FCC3-2DCB8E13ADCE}"/>
          </ac:picMkLst>
        </pc:picChg>
        <pc:picChg chg="add del mod topLvl">
          <ac:chgData name="Guest User" userId="S::urn:spo:tenantanon#6d356317-0d04-4abc-b6b6-8c9773885bb0::" providerId="AD" clId="Web-{2EBCC940-FA1C-C9B4-0B63-B111D3337430}" dt="2025-12-08T05:48:00.842" v="139"/>
          <ac:picMkLst>
            <pc:docMk/>
            <pc:sldMk cId="0" sldId="256"/>
            <ac:picMk id="48" creationId="{A5E873C3-D5EE-2418-5ACB-0AC1082DA889}"/>
          </ac:picMkLst>
        </pc:picChg>
        <pc:picChg chg="add del mod topLvl">
          <ac:chgData name="Guest User" userId="S::urn:spo:tenantanon#6d356317-0d04-4abc-b6b6-8c9773885bb0::" providerId="AD" clId="Web-{2EBCC940-FA1C-C9B4-0B63-B111D3337430}" dt="2025-12-08T05:48:00.842" v="138"/>
          <ac:picMkLst>
            <pc:docMk/>
            <pc:sldMk cId="0" sldId="256"/>
            <ac:picMk id="49" creationId="{22123076-2027-1E3B-84E6-739096F27502}"/>
          </ac:picMkLst>
        </pc:picChg>
        <pc:picChg chg="add del mod topLvl">
          <ac:chgData name="Guest User" userId="S::urn:spo:tenantanon#6d356317-0d04-4abc-b6b6-8c9773885bb0::" providerId="AD" clId="Web-{2EBCC940-FA1C-C9B4-0B63-B111D3337430}" dt="2025-12-08T05:48:00.842" v="137"/>
          <ac:picMkLst>
            <pc:docMk/>
            <pc:sldMk cId="0" sldId="256"/>
            <ac:picMk id="50" creationId="{E2435B46-4BD1-6B37-D934-23A4A039AA2B}"/>
          </ac:picMkLst>
        </pc:picChg>
        <pc:picChg chg="add del mod ord topLvl">
          <ac:chgData name="Guest User" userId="S::urn:spo:tenantanon#6d356317-0d04-4abc-b6b6-8c9773885bb0::" providerId="AD" clId="Web-{2EBCC940-FA1C-C9B4-0B63-B111D3337430}" dt="2025-12-08T05:48:00.842" v="142"/>
          <ac:picMkLst>
            <pc:docMk/>
            <pc:sldMk cId="0" sldId="256"/>
            <ac:picMk id="51" creationId="{12532784-0764-7942-6D31-569F85B2B5F3}"/>
          </ac:picMkLst>
        </pc:picChg>
        <pc:picChg chg="add del mod">
          <ac:chgData name="Guest User" userId="S::urn:spo:tenantanon#6d356317-0d04-4abc-b6b6-8c9773885bb0::" providerId="AD" clId="Web-{2EBCC940-FA1C-C9B4-0B63-B111D3337430}" dt="2025-12-08T06:39:19.403" v="265"/>
          <ac:picMkLst>
            <pc:docMk/>
            <pc:sldMk cId="0" sldId="256"/>
            <ac:picMk id="52" creationId="{ECBDBF1C-0F1B-1ED5-79CB-60B2D672E4E3}"/>
          </ac:picMkLst>
        </pc:picChg>
        <pc:picChg chg="add del mod">
          <ac:chgData name="Guest User" userId="S::urn:spo:tenantanon#6d356317-0d04-4abc-b6b6-8c9773885bb0::" providerId="AD" clId="Web-{2EBCC940-FA1C-C9B4-0B63-B111D3337430}" dt="2025-12-08T06:29:05.489" v="198"/>
          <ac:picMkLst>
            <pc:docMk/>
            <pc:sldMk cId="0" sldId="256"/>
            <ac:picMk id="53" creationId="{5AC5D8AF-1A2D-77A2-E0C6-86A3CB6A9AE6}"/>
          </ac:picMkLst>
        </pc:picChg>
        <pc:picChg chg="add del mod">
          <ac:chgData name="Guest User" userId="S::urn:spo:tenantanon#6d356317-0d04-4abc-b6b6-8c9773885bb0::" providerId="AD" clId="Web-{2EBCC940-FA1C-C9B4-0B63-B111D3337430}" dt="2025-12-08T06:29:05.489" v="197"/>
          <ac:picMkLst>
            <pc:docMk/>
            <pc:sldMk cId="0" sldId="256"/>
            <ac:picMk id="54" creationId="{98C2A22B-8976-7867-C462-7D56A50C2648}"/>
          </ac:picMkLst>
        </pc:picChg>
        <pc:picChg chg="add mod">
          <ac:chgData name="Guest User" userId="S::urn:spo:tenantanon#6d356317-0d04-4abc-b6b6-8c9773885bb0::" providerId="AD" clId="Web-{2EBCC940-FA1C-C9B4-0B63-B111D3337430}" dt="2025-12-08T06:36:34.867" v="257" actId="1076"/>
          <ac:picMkLst>
            <pc:docMk/>
            <pc:sldMk cId="0" sldId="256"/>
            <ac:picMk id="55" creationId="{B373E1CA-1A78-D582-CC58-3798F0A3E7E7}"/>
          </ac:picMkLst>
        </pc:picChg>
      </pc:sldChg>
    </pc:docChg>
  </pc:docChgLst>
  <pc:docChgLst>
    <pc:chgData name="Hannes Jaakson" userId="a20e144d-6a9b-4295-857e-5944354e1fd3" providerId="ADAL" clId="{3E628A98-ECFB-46F4-9B05-E05F3C7CDF69}"/>
    <pc:docChg chg="undo custSel modSld">
      <pc:chgData name="Hannes Jaakson" userId="a20e144d-6a9b-4295-857e-5944354e1fd3" providerId="ADAL" clId="{3E628A98-ECFB-46F4-9B05-E05F3C7CDF69}" dt="2025-12-08T07:16:56.110" v="654" actId="20577"/>
      <pc:docMkLst>
        <pc:docMk/>
      </pc:docMkLst>
      <pc:sldChg chg="addSp delSp modSp mod">
        <pc:chgData name="Hannes Jaakson" userId="a20e144d-6a9b-4295-857e-5944354e1fd3" providerId="ADAL" clId="{3E628A98-ECFB-46F4-9B05-E05F3C7CDF69}" dt="2025-12-08T07:16:56.110" v="654" actId="20577"/>
        <pc:sldMkLst>
          <pc:docMk/>
          <pc:sldMk cId="0" sldId="256"/>
        </pc:sldMkLst>
        <pc:spChg chg="mod">
          <ac:chgData name="Hannes Jaakson" userId="a20e144d-6a9b-4295-857e-5944354e1fd3" providerId="ADAL" clId="{3E628A98-ECFB-46F4-9B05-E05F3C7CDF69}" dt="2025-12-08T06:59:55.493" v="576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Hannes Jaakson" userId="a20e144d-6a9b-4295-857e-5944354e1fd3" providerId="ADAL" clId="{3E628A98-ECFB-46F4-9B05-E05F3C7CDF69}" dt="2025-12-08T06:57:05.433" v="561" actId="14100"/>
          <ac:spMkLst>
            <pc:docMk/>
            <pc:sldMk cId="0" sldId="256"/>
            <ac:spMk id="18" creationId="{00000000-0000-0000-0000-000000000000}"/>
          </ac:spMkLst>
        </pc:spChg>
        <pc:spChg chg="del mod">
          <ac:chgData name="Hannes Jaakson" userId="a20e144d-6a9b-4295-857e-5944354e1fd3" providerId="ADAL" clId="{3E628A98-ECFB-46F4-9B05-E05F3C7CDF69}" dt="2025-12-08T07:05:48.925" v="634" actId="478"/>
          <ac:spMkLst>
            <pc:docMk/>
            <pc:sldMk cId="0" sldId="256"/>
            <ac:spMk id="19" creationId="{00000000-0000-0000-0000-000000000000}"/>
          </ac:spMkLst>
        </pc:spChg>
        <pc:spChg chg="mod">
          <ac:chgData name="Hannes Jaakson" userId="a20e144d-6a9b-4295-857e-5944354e1fd3" providerId="ADAL" clId="{3E628A98-ECFB-46F4-9B05-E05F3C7CDF69}" dt="2025-12-08T06:48:04.556" v="531" actId="14100"/>
          <ac:spMkLst>
            <pc:docMk/>
            <pc:sldMk cId="0" sldId="256"/>
            <ac:spMk id="20" creationId="{00000000-0000-0000-0000-000000000000}"/>
          </ac:spMkLst>
        </pc:spChg>
        <pc:spChg chg="mod ord">
          <ac:chgData name="Hannes Jaakson" userId="a20e144d-6a9b-4295-857e-5944354e1fd3" providerId="ADAL" clId="{3E628A98-ECFB-46F4-9B05-E05F3C7CDF69}" dt="2025-12-08T06:57:52.108" v="571" actId="14100"/>
          <ac:spMkLst>
            <pc:docMk/>
            <pc:sldMk cId="0" sldId="256"/>
            <ac:spMk id="21" creationId="{00000000-0000-0000-0000-000000000000}"/>
          </ac:spMkLst>
        </pc:spChg>
        <pc:spChg chg="mod">
          <ac:chgData name="Hannes Jaakson" userId="a20e144d-6a9b-4295-857e-5944354e1fd3" providerId="ADAL" clId="{3E628A98-ECFB-46F4-9B05-E05F3C7CDF69}" dt="2025-12-08T07:16:48.437" v="648" actId="20577"/>
          <ac:spMkLst>
            <pc:docMk/>
            <pc:sldMk cId="0" sldId="256"/>
            <ac:spMk id="23" creationId="{00000000-0000-0000-0000-000000000000}"/>
          </ac:spMkLst>
        </pc:spChg>
        <pc:spChg chg="mod">
          <ac:chgData name="Hannes Jaakson" userId="a20e144d-6a9b-4295-857e-5944354e1fd3" providerId="ADAL" clId="{3E628A98-ECFB-46F4-9B05-E05F3C7CDF69}" dt="2025-12-08T07:16:56.110" v="654" actId="20577"/>
          <ac:spMkLst>
            <pc:docMk/>
            <pc:sldMk cId="0" sldId="256"/>
            <ac:spMk id="24" creationId="{00000000-0000-0000-0000-000000000000}"/>
          </ac:spMkLst>
        </pc:spChg>
        <pc:spChg chg="mod">
          <ac:chgData name="Hannes Jaakson" userId="a20e144d-6a9b-4295-857e-5944354e1fd3" providerId="ADAL" clId="{3E628A98-ECFB-46F4-9B05-E05F3C7CDF69}" dt="2025-12-08T07:10:24.180" v="637" actId="20577"/>
          <ac:spMkLst>
            <pc:docMk/>
            <pc:sldMk cId="0" sldId="256"/>
            <ac:spMk id="25" creationId="{00000000-0000-0000-0000-000000000000}"/>
          </ac:spMkLst>
        </pc:spChg>
        <pc:spChg chg="mod">
          <ac:chgData name="Hannes Jaakson" userId="a20e144d-6a9b-4295-857e-5944354e1fd3" providerId="ADAL" clId="{3E628A98-ECFB-46F4-9B05-E05F3C7CDF69}" dt="2025-12-08T07:06:18.144" v="636" actId="1076"/>
          <ac:spMkLst>
            <pc:docMk/>
            <pc:sldMk cId="0" sldId="256"/>
            <ac:spMk id="26" creationId="{00000000-0000-0000-0000-000000000000}"/>
          </ac:spMkLst>
        </pc:spChg>
        <pc:spChg chg="mod ord">
          <ac:chgData name="Hannes Jaakson" userId="a20e144d-6a9b-4295-857e-5944354e1fd3" providerId="ADAL" clId="{3E628A98-ECFB-46F4-9B05-E05F3C7CDF69}" dt="2025-12-08T06:43:09.822" v="429" actId="1076"/>
          <ac:spMkLst>
            <pc:docMk/>
            <pc:sldMk cId="0" sldId="256"/>
            <ac:spMk id="28" creationId="{00000000-0000-0000-0000-000000000000}"/>
          </ac:spMkLst>
        </pc:spChg>
        <pc:spChg chg="mod ord">
          <ac:chgData name="Hannes Jaakson" userId="a20e144d-6a9b-4295-857e-5944354e1fd3" providerId="ADAL" clId="{3E628A98-ECFB-46F4-9B05-E05F3C7CDF69}" dt="2025-12-08T06:43:30.887" v="433" actId="1076"/>
          <ac:spMkLst>
            <pc:docMk/>
            <pc:sldMk cId="0" sldId="256"/>
            <ac:spMk id="29" creationId="{00000000-0000-0000-0000-000000000000}"/>
          </ac:spMkLst>
        </pc:spChg>
        <pc:spChg chg="mod">
          <ac:chgData name="Hannes Jaakson" userId="a20e144d-6a9b-4295-857e-5944354e1fd3" providerId="ADAL" clId="{3E628A98-ECFB-46F4-9B05-E05F3C7CDF69}" dt="2025-12-08T07:05:20.651" v="604" actId="1076"/>
          <ac:spMkLst>
            <pc:docMk/>
            <pc:sldMk cId="0" sldId="256"/>
            <ac:spMk id="30" creationId="{00000000-0000-0000-0000-000000000000}"/>
          </ac:spMkLst>
        </pc:spChg>
        <pc:spChg chg="mod">
          <ac:chgData name="Hannes Jaakson" userId="a20e144d-6a9b-4295-857e-5944354e1fd3" providerId="ADAL" clId="{3E628A98-ECFB-46F4-9B05-E05F3C7CDF69}" dt="2025-12-08T07:05:25.726" v="605" actId="1076"/>
          <ac:spMkLst>
            <pc:docMk/>
            <pc:sldMk cId="0" sldId="256"/>
            <ac:spMk id="31" creationId="{00000000-0000-0000-0000-000000000000}"/>
          </ac:spMkLst>
        </pc:spChg>
        <pc:spChg chg="del mod">
          <ac:chgData name="Hannes Jaakson" userId="a20e144d-6a9b-4295-857e-5944354e1fd3" providerId="ADAL" clId="{3E628A98-ECFB-46F4-9B05-E05F3C7CDF69}" dt="2025-12-08T06:32:58.376" v="355" actId="478"/>
          <ac:spMkLst>
            <pc:docMk/>
            <pc:sldMk cId="0" sldId="256"/>
            <ac:spMk id="33" creationId="{00000000-0000-0000-0000-000000000000}"/>
          </ac:spMkLst>
        </pc:spChg>
        <pc:spChg chg="mod">
          <ac:chgData name="Hannes Jaakson" userId="a20e144d-6a9b-4295-857e-5944354e1fd3" providerId="ADAL" clId="{3E628A98-ECFB-46F4-9B05-E05F3C7CDF69}" dt="2025-12-08T06:56:20.267" v="559" actId="1076"/>
          <ac:spMkLst>
            <pc:docMk/>
            <pc:sldMk cId="0" sldId="256"/>
            <ac:spMk id="35" creationId="{00000000-0000-0000-0000-000000000000}"/>
          </ac:spMkLst>
        </pc:spChg>
        <pc:spChg chg="mod ord">
          <ac:chgData name="Hannes Jaakson" userId="a20e144d-6a9b-4295-857e-5944354e1fd3" providerId="ADAL" clId="{3E628A98-ECFB-46F4-9B05-E05F3C7CDF69}" dt="2025-12-08T06:57:40.417" v="565" actId="1076"/>
          <ac:spMkLst>
            <pc:docMk/>
            <pc:sldMk cId="0" sldId="256"/>
            <ac:spMk id="36" creationId="{00000000-0000-0000-0000-000000000000}"/>
          </ac:spMkLst>
        </pc:spChg>
        <pc:spChg chg="mod">
          <ac:chgData name="Hannes Jaakson" userId="a20e144d-6a9b-4295-857e-5944354e1fd3" providerId="ADAL" clId="{3E628A98-ECFB-46F4-9B05-E05F3C7CDF69}" dt="2025-12-08T07:00:28.722" v="580" actId="1076"/>
          <ac:spMkLst>
            <pc:docMk/>
            <pc:sldMk cId="0" sldId="256"/>
            <ac:spMk id="40" creationId="{A3400905-1C59-60C8-93E7-83DD027FE0A8}"/>
          </ac:spMkLst>
        </pc:spChg>
        <pc:spChg chg="add mod">
          <ac:chgData name="Hannes Jaakson" userId="a20e144d-6a9b-4295-857e-5944354e1fd3" providerId="ADAL" clId="{3E628A98-ECFB-46F4-9B05-E05F3C7CDF69}" dt="2025-12-08T07:05:42.484" v="632" actId="1076"/>
          <ac:spMkLst>
            <pc:docMk/>
            <pc:sldMk cId="0" sldId="256"/>
            <ac:spMk id="44" creationId="{D054F986-0918-A1D3-5874-4BE1A672A5CF}"/>
          </ac:spMkLst>
        </pc:spChg>
        <pc:grpChg chg="add del mod">
          <ac:chgData name="Hannes Jaakson" userId="a20e144d-6a9b-4295-857e-5944354e1fd3" providerId="ADAL" clId="{3E628A98-ECFB-46F4-9B05-E05F3C7CDF69}" dt="2025-12-08T06:32:49.654" v="353" actId="14100"/>
          <ac:grpSpMkLst>
            <pc:docMk/>
            <pc:sldMk cId="0" sldId="256"/>
            <ac:grpSpMk id="2" creationId="{00000000-0000-0000-0000-000000000000}"/>
          </ac:grpSpMkLst>
        </pc:grpChg>
        <pc:grpChg chg="mod ord">
          <ac:chgData name="Hannes Jaakson" userId="a20e144d-6a9b-4295-857e-5944354e1fd3" providerId="ADAL" clId="{3E628A98-ECFB-46F4-9B05-E05F3C7CDF69}" dt="2025-12-08T06:43:23.883" v="432" actId="1076"/>
          <ac:grpSpMkLst>
            <pc:docMk/>
            <pc:sldMk cId="0" sldId="256"/>
            <ac:grpSpMk id="5" creationId="{00000000-0000-0000-0000-000000000000}"/>
          </ac:grpSpMkLst>
        </pc:grpChg>
        <pc:graphicFrameChg chg="mod modGraphic">
          <ac:chgData name="Hannes Jaakson" userId="a20e144d-6a9b-4295-857e-5944354e1fd3" providerId="ADAL" clId="{3E628A98-ECFB-46F4-9B05-E05F3C7CDF69}" dt="2025-12-08T06:51:02.258" v="536" actId="554"/>
          <ac:graphicFrameMkLst>
            <pc:docMk/>
            <pc:sldMk cId="0" sldId="256"/>
            <ac:graphicFrameMk id="9" creationId="{00000000-0000-0000-0000-000000000000}"/>
          </ac:graphicFrameMkLst>
        </pc:graphicFrameChg>
        <pc:picChg chg="mod">
          <ac:chgData name="Hannes Jaakson" userId="a20e144d-6a9b-4295-857e-5944354e1fd3" providerId="ADAL" clId="{3E628A98-ECFB-46F4-9B05-E05F3C7CDF69}" dt="2025-12-08T06:42:58.107" v="427" actId="14100"/>
          <ac:picMkLst>
            <pc:docMk/>
            <pc:sldMk cId="0" sldId="256"/>
            <ac:picMk id="14" creationId="{776F6CBC-3A12-DBCF-F095-C896C5BC5F9E}"/>
          </ac:picMkLst>
        </pc:picChg>
        <pc:picChg chg="del mod">
          <ac:chgData name="Hannes Jaakson" userId="a20e144d-6a9b-4295-857e-5944354e1fd3" providerId="ADAL" clId="{3E628A98-ECFB-46F4-9B05-E05F3C7CDF69}" dt="2025-12-08T07:05:49.490" v="635" actId="478"/>
          <ac:picMkLst>
            <pc:docMk/>
            <pc:sldMk cId="0" sldId="256"/>
            <ac:picMk id="33" creationId="{8DC88E13-B1DB-8DB3-123C-123E5D65944E}"/>
          </ac:picMkLst>
        </pc:picChg>
        <pc:picChg chg="mod">
          <ac:chgData name="Hannes Jaakson" userId="a20e144d-6a9b-4295-857e-5944354e1fd3" providerId="ADAL" clId="{3E628A98-ECFB-46F4-9B05-E05F3C7CDF69}" dt="2025-12-08T06:55:46.335" v="553" actId="1076"/>
          <ac:picMkLst>
            <pc:docMk/>
            <pc:sldMk cId="0" sldId="256"/>
            <ac:picMk id="39" creationId="{F038D5D1-DDAB-6856-FBFE-4FC8F490C2B6}"/>
          </ac:picMkLst>
        </pc:picChg>
        <pc:picChg chg="add del mod">
          <ac:chgData name="Hannes Jaakson" userId="a20e144d-6a9b-4295-857e-5944354e1fd3" providerId="ADAL" clId="{3E628A98-ECFB-46F4-9B05-E05F3C7CDF69}" dt="2025-12-08T07:05:03.703" v="599" actId="478"/>
          <ac:picMkLst>
            <pc:docMk/>
            <pc:sldMk cId="0" sldId="256"/>
            <ac:picMk id="41" creationId="{927945E3-DC23-B992-8FAD-3005C8987069}"/>
          </ac:picMkLst>
        </pc:picChg>
        <pc:picChg chg="add mod">
          <ac:chgData name="Hannes Jaakson" userId="a20e144d-6a9b-4295-857e-5944354e1fd3" providerId="ADAL" clId="{3E628A98-ECFB-46F4-9B05-E05F3C7CDF69}" dt="2025-12-08T07:05:14.640" v="603" actId="14100"/>
          <ac:picMkLst>
            <pc:docMk/>
            <pc:sldMk cId="0" sldId="256"/>
            <ac:picMk id="43" creationId="{14A05701-7634-7FE9-6507-862CD323B05A}"/>
          </ac:picMkLst>
        </pc:picChg>
        <pc:picChg chg="del mod">
          <ac:chgData name="Hannes Jaakson" userId="a20e144d-6a9b-4295-857e-5944354e1fd3" providerId="ADAL" clId="{3E628A98-ECFB-46F4-9B05-E05F3C7CDF69}" dt="2025-12-08T06:42:46.713" v="425" actId="478"/>
          <ac:picMkLst>
            <pc:docMk/>
            <pc:sldMk cId="0" sldId="256"/>
            <ac:picMk id="52" creationId="{ECBDBF1C-0F1B-1ED5-79CB-60B2D672E4E3}"/>
          </ac:picMkLst>
        </pc:picChg>
        <pc:picChg chg="mod">
          <ac:chgData name="Hannes Jaakson" userId="a20e144d-6a9b-4295-857e-5944354e1fd3" providerId="ADAL" clId="{3E628A98-ECFB-46F4-9B05-E05F3C7CDF69}" dt="2025-12-08T06:27:12.052" v="341" actId="1076"/>
          <ac:picMkLst>
            <pc:docMk/>
            <pc:sldMk cId="0" sldId="256"/>
            <ac:picMk id="53" creationId="{5AC5D8AF-1A2D-77A2-E0C6-86A3CB6A9AE6}"/>
          </ac:picMkLst>
        </pc:picChg>
        <pc:picChg chg="del mod">
          <ac:chgData name="Hannes Jaakson" userId="a20e144d-6a9b-4295-857e-5944354e1fd3" providerId="ADAL" clId="{3E628A98-ECFB-46F4-9B05-E05F3C7CDF69}" dt="2025-12-08T07:05:48.226" v="633" actId="478"/>
          <ac:picMkLst>
            <pc:docMk/>
            <pc:sldMk cId="0" sldId="256"/>
            <ac:picMk id="55" creationId="{B373E1CA-1A78-D582-CC58-3798F0A3E7E7}"/>
          </ac:picMkLst>
        </pc:picChg>
        <pc:picChg chg="add del mod">
          <ac:chgData name="Hannes Jaakson" userId="a20e144d-6a9b-4295-857e-5944354e1fd3" providerId="ADAL" clId="{3E628A98-ECFB-46F4-9B05-E05F3C7CDF69}" dt="2025-12-08T07:03:33.361" v="589" actId="478"/>
          <ac:picMkLst>
            <pc:docMk/>
            <pc:sldMk cId="0" sldId="256"/>
            <ac:picMk id="1026" creationId="{3EBA42D6-A0E2-CDE3-A24F-E249EE6A8A8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3833" y="4266389"/>
            <a:ext cx="15570110" cy="294387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7666" y="7782502"/>
            <a:ext cx="12822443" cy="35097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915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311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67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623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7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935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91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24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978" y="8825257"/>
            <a:ext cx="15570110" cy="2727691"/>
          </a:xfrm>
        </p:spPr>
        <p:txBody>
          <a:bodyPr anchor="t"/>
          <a:lstStyle>
            <a:lvl1pPr algn="l">
              <a:defRPr sz="801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6978" y="5820983"/>
            <a:ext cx="15570110" cy="3004274"/>
          </a:xfrm>
        </p:spPr>
        <p:txBody>
          <a:bodyPr anchor="b"/>
          <a:lstStyle>
            <a:lvl1pPr marL="0" indent="0">
              <a:buNone/>
              <a:defRPr sz="4005">
                <a:solidFill>
                  <a:schemeClr val="tx1">
                    <a:tint val="75000"/>
                  </a:schemeClr>
                </a:solidFill>
              </a:defRPr>
            </a:lvl1pPr>
            <a:lvl2pPr marL="915589" indent="0">
              <a:buNone/>
              <a:defRPr sz="3605">
                <a:solidFill>
                  <a:schemeClr val="tx1">
                    <a:tint val="75000"/>
                  </a:schemeClr>
                </a:solidFill>
              </a:defRPr>
            </a:lvl2pPr>
            <a:lvl3pPr marL="1831177" indent="0">
              <a:buNone/>
              <a:defRPr sz="3204">
                <a:solidFill>
                  <a:schemeClr val="tx1">
                    <a:tint val="75000"/>
                  </a:schemeClr>
                </a:solidFill>
              </a:defRPr>
            </a:lvl3pPr>
            <a:lvl4pPr marL="2746766" indent="0">
              <a:buNone/>
              <a:defRPr sz="2804">
                <a:solidFill>
                  <a:schemeClr val="tx1">
                    <a:tint val="75000"/>
                  </a:schemeClr>
                </a:solidFill>
              </a:defRPr>
            </a:lvl4pPr>
            <a:lvl5pPr marL="3662355" indent="0">
              <a:buNone/>
              <a:defRPr sz="2804">
                <a:solidFill>
                  <a:schemeClr val="tx1">
                    <a:tint val="75000"/>
                  </a:schemeClr>
                </a:solidFill>
              </a:defRPr>
            </a:lvl5pPr>
            <a:lvl6pPr marL="4577944" indent="0">
              <a:buNone/>
              <a:defRPr sz="2804">
                <a:solidFill>
                  <a:schemeClr val="tx1">
                    <a:tint val="75000"/>
                  </a:schemeClr>
                </a:solidFill>
              </a:defRPr>
            </a:lvl6pPr>
            <a:lvl7pPr marL="5493532" indent="0">
              <a:buNone/>
              <a:defRPr sz="2804">
                <a:solidFill>
                  <a:schemeClr val="tx1">
                    <a:tint val="75000"/>
                  </a:schemeClr>
                </a:solidFill>
              </a:defRPr>
            </a:lvl7pPr>
            <a:lvl8pPr marL="6409121" indent="0">
              <a:buNone/>
              <a:defRPr sz="2804">
                <a:solidFill>
                  <a:schemeClr val="tx1">
                    <a:tint val="75000"/>
                  </a:schemeClr>
                </a:solidFill>
              </a:defRPr>
            </a:lvl8pPr>
            <a:lvl9pPr marL="7324710" indent="0">
              <a:buNone/>
              <a:defRPr sz="280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5889" y="3204561"/>
            <a:ext cx="8090351" cy="9063691"/>
          </a:xfrm>
        </p:spPr>
        <p:txBody>
          <a:bodyPr/>
          <a:lstStyle>
            <a:lvl1pPr>
              <a:defRPr sz="5607"/>
            </a:lvl1pPr>
            <a:lvl2pPr>
              <a:defRPr sz="4806"/>
            </a:lvl2pPr>
            <a:lvl3pPr>
              <a:defRPr sz="4005"/>
            </a:lvl3pPr>
            <a:lvl4pPr>
              <a:defRPr sz="3605"/>
            </a:lvl4pPr>
            <a:lvl5pPr>
              <a:defRPr sz="3605"/>
            </a:lvl5pPr>
            <a:lvl6pPr>
              <a:defRPr sz="3605"/>
            </a:lvl6pPr>
            <a:lvl7pPr>
              <a:defRPr sz="3605"/>
            </a:lvl7pPr>
            <a:lvl8pPr>
              <a:defRPr sz="3605"/>
            </a:lvl8pPr>
            <a:lvl9pPr>
              <a:defRPr sz="3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11536" y="3204561"/>
            <a:ext cx="8090351" cy="9063691"/>
          </a:xfrm>
        </p:spPr>
        <p:txBody>
          <a:bodyPr/>
          <a:lstStyle>
            <a:lvl1pPr>
              <a:defRPr sz="5607"/>
            </a:lvl1pPr>
            <a:lvl2pPr>
              <a:defRPr sz="4806"/>
            </a:lvl2pPr>
            <a:lvl3pPr>
              <a:defRPr sz="4005"/>
            </a:lvl3pPr>
            <a:lvl4pPr>
              <a:defRPr sz="3605"/>
            </a:lvl4pPr>
            <a:lvl5pPr>
              <a:defRPr sz="3605"/>
            </a:lvl5pPr>
            <a:lvl6pPr>
              <a:defRPr sz="3605"/>
            </a:lvl6pPr>
            <a:lvl7pPr>
              <a:defRPr sz="3605"/>
            </a:lvl7pPr>
            <a:lvl8pPr>
              <a:defRPr sz="3605"/>
            </a:lvl8pPr>
            <a:lvl9pPr>
              <a:defRPr sz="36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889" y="3074217"/>
            <a:ext cx="8093532" cy="1281187"/>
          </a:xfrm>
        </p:spPr>
        <p:txBody>
          <a:bodyPr anchor="b"/>
          <a:lstStyle>
            <a:lvl1pPr marL="0" indent="0">
              <a:buNone/>
              <a:defRPr sz="4806" b="1"/>
            </a:lvl1pPr>
            <a:lvl2pPr marL="915589" indent="0">
              <a:buNone/>
              <a:defRPr sz="4005" b="1"/>
            </a:lvl2pPr>
            <a:lvl3pPr marL="1831177" indent="0">
              <a:buNone/>
              <a:defRPr sz="3605" b="1"/>
            </a:lvl3pPr>
            <a:lvl4pPr marL="2746766" indent="0">
              <a:buNone/>
              <a:defRPr sz="3204" b="1"/>
            </a:lvl4pPr>
            <a:lvl5pPr marL="3662355" indent="0">
              <a:buNone/>
              <a:defRPr sz="3204" b="1"/>
            </a:lvl5pPr>
            <a:lvl6pPr marL="4577944" indent="0">
              <a:buNone/>
              <a:defRPr sz="3204" b="1"/>
            </a:lvl6pPr>
            <a:lvl7pPr marL="5493532" indent="0">
              <a:buNone/>
              <a:defRPr sz="3204" b="1"/>
            </a:lvl7pPr>
            <a:lvl8pPr marL="6409121" indent="0">
              <a:buNone/>
              <a:defRPr sz="3204" b="1"/>
            </a:lvl8pPr>
            <a:lvl9pPr marL="7324710" indent="0">
              <a:buNone/>
              <a:defRPr sz="32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5889" y="4355403"/>
            <a:ext cx="8093532" cy="7912848"/>
          </a:xfrm>
        </p:spPr>
        <p:txBody>
          <a:bodyPr/>
          <a:lstStyle>
            <a:lvl1pPr>
              <a:defRPr sz="4806"/>
            </a:lvl1pPr>
            <a:lvl2pPr>
              <a:defRPr sz="4005"/>
            </a:lvl2pPr>
            <a:lvl3pPr>
              <a:defRPr sz="3605"/>
            </a:lvl3pPr>
            <a:lvl4pPr>
              <a:defRPr sz="3204"/>
            </a:lvl4pPr>
            <a:lvl5pPr>
              <a:defRPr sz="3204"/>
            </a:lvl5pPr>
            <a:lvl6pPr>
              <a:defRPr sz="3204"/>
            </a:lvl6pPr>
            <a:lvl7pPr>
              <a:defRPr sz="3204"/>
            </a:lvl7pPr>
            <a:lvl8pPr>
              <a:defRPr sz="3204"/>
            </a:lvl8pPr>
            <a:lvl9pPr>
              <a:defRPr sz="320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305177" y="3074217"/>
            <a:ext cx="8096711" cy="1281187"/>
          </a:xfrm>
        </p:spPr>
        <p:txBody>
          <a:bodyPr anchor="b"/>
          <a:lstStyle>
            <a:lvl1pPr marL="0" indent="0">
              <a:buNone/>
              <a:defRPr sz="4806" b="1"/>
            </a:lvl1pPr>
            <a:lvl2pPr marL="915589" indent="0">
              <a:buNone/>
              <a:defRPr sz="4005" b="1"/>
            </a:lvl2pPr>
            <a:lvl3pPr marL="1831177" indent="0">
              <a:buNone/>
              <a:defRPr sz="3605" b="1"/>
            </a:lvl3pPr>
            <a:lvl4pPr marL="2746766" indent="0">
              <a:buNone/>
              <a:defRPr sz="3204" b="1"/>
            </a:lvl4pPr>
            <a:lvl5pPr marL="3662355" indent="0">
              <a:buNone/>
              <a:defRPr sz="3204" b="1"/>
            </a:lvl5pPr>
            <a:lvl6pPr marL="4577944" indent="0">
              <a:buNone/>
              <a:defRPr sz="3204" b="1"/>
            </a:lvl6pPr>
            <a:lvl7pPr marL="5493532" indent="0">
              <a:buNone/>
              <a:defRPr sz="3204" b="1"/>
            </a:lvl7pPr>
            <a:lvl8pPr marL="6409121" indent="0">
              <a:buNone/>
              <a:defRPr sz="3204" b="1"/>
            </a:lvl8pPr>
            <a:lvl9pPr marL="7324710" indent="0">
              <a:buNone/>
              <a:defRPr sz="320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305177" y="4355403"/>
            <a:ext cx="8096711" cy="7912848"/>
          </a:xfrm>
        </p:spPr>
        <p:txBody>
          <a:bodyPr/>
          <a:lstStyle>
            <a:lvl1pPr>
              <a:defRPr sz="4806"/>
            </a:lvl1pPr>
            <a:lvl2pPr>
              <a:defRPr sz="4005"/>
            </a:lvl2pPr>
            <a:lvl3pPr>
              <a:defRPr sz="3605"/>
            </a:lvl3pPr>
            <a:lvl4pPr>
              <a:defRPr sz="3204"/>
            </a:lvl4pPr>
            <a:lvl5pPr>
              <a:defRPr sz="3204"/>
            </a:lvl5pPr>
            <a:lvl6pPr>
              <a:defRPr sz="3204"/>
            </a:lvl6pPr>
            <a:lvl7pPr>
              <a:defRPr sz="3204"/>
            </a:lvl7pPr>
            <a:lvl8pPr>
              <a:defRPr sz="3204"/>
            </a:lvl8pPr>
            <a:lvl9pPr>
              <a:defRPr sz="320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5890" y="546810"/>
            <a:ext cx="6026422" cy="2327121"/>
          </a:xfrm>
        </p:spPr>
        <p:txBody>
          <a:bodyPr anchor="b"/>
          <a:lstStyle>
            <a:lvl1pPr algn="l">
              <a:defRPr sz="400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61741" y="546811"/>
            <a:ext cx="10240146" cy="11721441"/>
          </a:xfrm>
        </p:spPr>
        <p:txBody>
          <a:bodyPr/>
          <a:lstStyle>
            <a:lvl1pPr>
              <a:defRPr sz="6408"/>
            </a:lvl1pPr>
            <a:lvl2pPr>
              <a:defRPr sz="5607"/>
            </a:lvl2pPr>
            <a:lvl3pPr>
              <a:defRPr sz="4806"/>
            </a:lvl3pPr>
            <a:lvl4pPr>
              <a:defRPr sz="4005"/>
            </a:lvl4pPr>
            <a:lvl5pPr>
              <a:defRPr sz="4005"/>
            </a:lvl5pPr>
            <a:lvl6pPr>
              <a:defRPr sz="4005"/>
            </a:lvl6pPr>
            <a:lvl7pPr>
              <a:defRPr sz="4005"/>
            </a:lvl7pPr>
            <a:lvl8pPr>
              <a:defRPr sz="4005"/>
            </a:lvl8pPr>
            <a:lvl9pPr>
              <a:defRPr sz="400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5890" y="2873931"/>
            <a:ext cx="6026422" cy="9394321"/>
          </a:xfrm>
        </p:spPr>
        <p:txBody>
          <a:bodyPr/>
          <a:lstStyle>
            <a:lvl1pPr marL="0" indent="0">
              <a:buNone/>
              <a:defRPr sz="2804"/>
            </a:lvl1pPr>
            <a:lvl2pPr marL="915589" indent="0">
              <a:buNone/>
              <a:defRPr sz="2403"/>
            </a:lvl2pPr>
            <a:lvl3pPr marL="1831177" indent="0">
              <a:buNone/>
              <a:defRPr sz="2003"/>
            </a:lvl3pPr>
            <a:lvl4pPr marL="2746766" indent="0">
              <a:buNone/>
              <a:defRPr sz="1802"/>
            </a:lvl4pPr>
            <a:lvl5pPr marL="3662355" indent="0">
              <a:buNone/>
              <a:defRPr sz="1802"/>
            </a:lvl5pPr>
            <a:lvl6pPr marL="4577944" indent="0">
              <a:buNone/>
              <a:defRPr sz="1802"/>
            </a:lvl6pPr>
            <a:lvl7pPr marL="5493532" indent="0">
              <a:buNone/>
              <a:defRPr sz="1802"/>
            </a:lvl7pPr>
            <a:lvl8pPr marL="6409121" indent="0">
              <a:buNone/>
              <a:defRPr sz="1802"/>
            </a:lvl8pPr>
            <a:lvl9pPr marL="7324710" indent="0">
              <a:buNone/>
              <a:defRPr sz="18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0412" y="9613680"/>
            <a:ext cx="10990666" cy="1134949"/>
          </a:xfrm>
        </p:spPr>
        <p:txBody>
          <a:bodyPr anchor="b"/>
          <a:lstStyle>
            <a:lvl1pPr algn="l">
              <a:defRPr sz="4005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90412" y="1227143"/>
            <a:ext cx="10990666" cy="8240297"/>
          </a:xfrm>
        </p:spPr>
        <p:txBody>
          <a:bodyPr/>
          <a:lstStyle>
            <a:lvl1pPr marL="0" indent="0">
              <a:buNone/>
              <a:defRPr sz="6408"/>
            </a:lvl1pPr>
            <a:lvl2pPr marL="915589" indent="0">
              <a:buNone/>
              <a:defRPr sz="5607"/>
            </a:lvl2pPr>
            <a:lvl3pPr marL="1831177" indent="0">
              <a:buNone/>
              <a:defRPr sz="4806"/>
            </a:lvl3pPr>
            <a:lvl4pPr marL="2746766" indent="0">
              <a:buNone/>
              <a:defRPr sz="4005"/>
            </a:lvl4pPr>
            <a:lvl5pPr marL="3662355" indent="0">
              <a:buNone/>
              <a:defRPr sz="4005"/>
            </a:lvl5pPr>
            <a:lvl6pPr marL="4577944" indent="0">
              <a:buNone/>
              <a:defRPr sz="4005"/>
            </a:lvl6pPr>
            <a:lvl7pPr marL="5493532" indent="0">
              <a:buNone/>
              <a:defRPr sz="4005"/>
            </a:lvl7pPr>
            <a:lvl8pPr marL="6409121" indent="0">
              <a:buNone/>
              <a:defRPr sz="4005"/>
            </a:lvl8pPr>
            <a:lvl9pPr marL="7324710" indent="0">
              <a:buNone/>
              <a:defRPr sz="4005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90412" y="10748629"/>
            <a:ext cx="10990666" cy="1611816"/>
          </a:xfrm>
        </p:spPr>
        <p:txBody>
          <a:bodyPr/>
          <a:lstStyle>
            <a:lvl1pPr marL="0" indent="0">
              <a:buNone/>
              <a:defRPr sz="2804"/>
            </a:lvl1pPr>
            <a:lvl2pPr marL="915589" indent="0">
              <a:buNone/>
              <a:defRPr sz="2403"/>
            </a:lvl2pPr>
            <a:lvl3pPr marL="1831177" indent="0">
              <a:buNone/>
              <a:defRPr sz="2003"/>
            </a:lvl3pPr>
            <a:lvl4pPr marL="2746766" indent="0">
              <a:buNone/>
              <a:defRPr sz="1802"/>
            </a:lvl4pPr>
            <a:lvl5pPr marL="3662355" indent="0">
              <a:buNone/>
              <a:defRPr sz="1802"/>
            </a:lvl5pPr>
            <a:lvl6pPr marL="4577944" indent="0">
              <a:buNone/>
              <a:defRPr sz="1802"/>
            </a:lvl6pPr>
            <a:lvl7pPr marL="5493532" indent="0">
              <a:buNone/>
              <a:defRPr sz="1802"/>
            </a:lvl7pPr>
            <a:lvl8pPr marL="6409121" indent="0">
              <a:buNone/>
              <a:defRPr sz="1802"/>
            </a:lvl8pPr>
            <a:lvl9pPr marL="7324710" indent="0">
              <a:buNone/>
              <a:defRPr sz="180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80387" y="549991"/>
            <a:ext cx="4121500" cy="1171826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5889" y="549991"/>
            <a:ext cx="12059202" cy="1171826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5889" y="549990"/>
            <a:ext cx="16485998" cy="22889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889" y="3204561"/>
            <a:ext cx="16485998" cy="90636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5889" y="12729225"/>
            <a:ext cx="4274148" cy="7311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58573" y="12729225"/>
            <a:ext cx="5800629" cy="7311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27739" y="12729225"/>
            <a:ext cx="4274148" cy="7311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831177" rtl="0" eaLnBrk="1" latinLnBrk="0" hangingPunct="1">
        <a:spcBef>
          <a:spcPct val="0"/>
        </a:spcBef>
        <a:buNone/>
        <a:defRPr sz="8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6692" indent="-686692" algn="l" defTabSz="1831177" rtl="0" eaLnBrk="1" latinLnBrk="0" hangingPunct="1">
        <a:spcBef>
          <a:spcPct val="20000"/>
        </a:spcBef>
        <a:buFont typeface="Arial" pitchFamily="34" charset="0"/>
        <a:buChar char="•"/>
        <a:defRPr sz="6408" kern="1200">
          <a:solidFill>
            <a:schemeClr val="tx1"/>
          </a:solidFill>
          <a:latin typeface="+mn-lt"/>
          <a:ea typeface="+mn-ea"/>
          <a:cs typeface="+mn-cs"/>
        </a:defRPr>
      </a:lvl1pPr>
      <a:lvl2pPr marL="1487832" indent="-572243" algn="l" defTabSz="1831177" rtl="0" eaLnBrk="1" latinLnBrk="0" hangingPunct="1">
        <a:spcBef>
          <a:spcPct val="20000"/>
        </a:spcBef>
        <a:buFont typeface="Arial" pitchFamily="34" charset="0"/>
        <a:buChar char="–"/>
        <a:defRPr sz="5607" kern="1200">
          <a:solidFill>
            <a:schemeClr val="tx1"/>
          </a:solidFill>
          <a:latin typeface="+mn-lt"/>
          <a:ea typeface="+mn-ea"/>
          <a:cs typeface="+mn-cs"/>
        </a:defRPr>
      </a:lvl2pPr>
      <a:lvl3pPr marL="2288972" indent="-457794" algn="l" defTabSz="1831177" rtl="0" eaLnBrk="1" latinLnBrk="0" hangingPunct="1">
        <a:spcBef>
          <a:spcPct val="20000"/>
        </a:spcBef>
        <a:buFont typeface="Arial" pitchFamily="34" charset="0"/>
        <a:buChar char="•"/>
        <a:defRPr sz="4806" kern="1200">
          <a:solidFill>
            <a:schemeClr val="tx1"/>
          </a:solidFill>
          <a:latin typeface="+mn-lt"/>
          <a:ea typeface="+mn-ea"/>
          <a:cs typeface="+mn-cs"/>
        </a:defRPr>
      </a:lvl3pPr>
      <a:lvl4pPr marL="3204561" indent="-457794" algn="l" defTabSz="1831177" rtl="0" eaLnBrk="1" latinLnBrk="0" hangingPunct="1">
        <a:spcBef>
          <a:spcPct val="20000"/>
        </a:spcBef>
        <a:buFont typeface="Arial" pitchFamily="34" charset="0"/>
        <a:buChar char="–"/>
        <a:defRPr sz="4005" kern="1200">
          <a:solidFill>
            <a:schemeClr val="tx1"/>
          </a:solidFill>
          <a:latin typeface="+mn-lt"/>
          <a:ea typeface="+mn-ea"/>
          <a:cs typeface="+mn-cs"/>
        </a:defRPr>
      </a:lvl4pPr>
      <a:lvl5pPr marL="4120149" indent="-457794" algn="l" defTabSz="1831177" rtl="0" eaLnBrk="1" latinLnBrk="0" hangingPunct="1">
        <a:spcBef>
          <a:spcPct val="20000"/>
        </a:spcBef>
        <a:buFont typeface="Arial" pitchFamily="34" charset="0"/>
        <a:buChar char="»"/>
        <a:defRPr sz="4005" kern="1200">
          <a:solidFill>
            <a:schemeClr val="tx1"/>
          </a:solidFill>
          <a:latin typeface="+mn-lt"/>
          <a:ea typeface="+mn-ea"/>
          <a:cs typeface="+mn-cs"/>
        </a:defRPr>
      </a:lvl5pPr>
      <a:lvl6pPr marL="5035738" indent="-457794" algn="l" defTabSz="1831177" rtl="0" eaLnBrk="1" latinLnBrk="0" hangingPunct="1">
        <a:spcBef>
          <a:spcPct val="20000"/>
        </a:spcBef>
        <a:buFont typeface="Arial" pitchFamily="34" charset="0"/>
        <a:buChar char="•"/>
        <a:defRPr sz="4005" kern="1200">
          <a:solidFill>
            <a:schemeClr val="tx1"/>
          </a:solidFill>
          <a:latin typeface="+mn-lt"/>
          <a:ea typeface="+mn-ea"/>
          <a:cs typeface="+mn-cs"/>
        </a:defRPr>
      </a:lvl6pPr>
      <a:lvl7pPr marL="5951327" indent="-457794" algn="l" defTabSz="1831177" rtl="0" eaLnBrk="1" latinLnBrk="0" hangingPunct="1">
        <a:spcBef>
          <a:spcPct val="20000"/>
        </a:spcBef>
        <a:buFont typeface="Arial" pitchFamily="34" charset="0"/>
        <a:buChar char="•"/>
        <a:defRPr sz="4005" kern="1200">
          <a:solidFill>
            <a:schemeClr val="tx1"/>
          </a:solidFill>
          <a:latin typeface="+mn-lt"/>
          <a:ea typeface="+mn-ea"/>
          <a:cs typeface="+mn-cs"/>
        </a:defRPr>
      </a:lvl7pPr>
      <a:lvl8pPr marL="6866915" indent="-457794" algn="l" defTabSz="1831177" rtl="0" eaLnBrk="1" latinLnBrk="0" hangingPunct="1">
        <a:spcBef>
          <a:spcPct val="20000"/>
        </a:spcBef>
        <a:buFont typeface="Arial" pitchFamily="34" charset="0"/>
        <a:buChar char="•"/>
        <a:defRPr sz="4005" kern="1200">
          <a:solidFill>
            <a:schemeClr val="tx1"/>
          </a:solidFill>
          <a:latin typeface="+mn-lt"/>
          <a:ea typeface="+mn-ea"/>
          <a:cs typeface="+mn-cs"/>
        </a:defRPr>
      </a:lvl8pPr>
      <a:lvl9pPr marL="7782504" indent="-457794" algn="l" defTabSz="1831177" rtl="0" eaLnBrk="1" latinLnBrk="0" hangingPunct="1">
        <a:spcBef>
          <a:spcPct val="20000"/>
        </a:spcBef>
        <a:buFont typeface="Arial" pitchFamily="34" charset="0"/>
        <a:buChar char="•"/>
        <a:defRPr sz="40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1pPr>
      <a:lvl2pPr marL="915589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2pPr>
      <a:lvl3pPr marL="1831177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3pPr>
      <a:lvl4pPr marL="2746766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4pPr>
      <a:lvl5pPr marL="3662355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5pPr>
      <a:lvl6pPr marL="4577944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6pPr>
      <a:lvl7pPr marL="5493532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7pPr>
      <a:lvl8pPr marL="6409121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8pPr>
      <a:lvl9pPr marL="7324710" algn="l" defTabSz="1831177" rtl="0" eaLnBrk="1" latinLnBrk="0" hangingPunct="1">
        <a:defRPr sz="36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ED9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6607" y="4556211"/>
            <a:ext cx="14302285" cy="7339794"/>
            <a:chOff x="0" y="0"/>
            <a:chExt cx="1865256" cy="3096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65256" cy="309657"/>
            </a:xfrm>
            <a:custGeom>
              <a:avLst/>
              <a:gdLst/>
              <a:ahLst/>
              <a:cxnLst/>
              <a:rect l="l" t="t" r="r" b="b"/>
              <a:pathLst>
                <a:path w="1865256" h="309657">
                  <a:moveTo>
                    <a:pt x="0" y="0"/>
                  </a:moveTo>
                  <a:lnTo>
                    <a:pt x="1865256" y="0"/>
                  </a:lnTo>
                  <a:lnTo>
                    <a:pt x="1865256" y="309657"/>
                  </a:lnTo>
                  <a:lnTo>
                    <a:pt x="0" y="309657"/>
                  </a:lnTo>
                  <a:close/>
                </a:path>
              </a:pathLst>
            </a:custGeom>
            <a:solidFill>
              <a:srgbClr val="FAECD6"/>
            </a:solidFill>
            <a:ln w="19050" cap="sq">
              <a:solidFill>
                <a:srgbClr val="2F3540"/>
              </a:solidFill>
              <a:prstDash val="solid"/>
              <a:miter/>
            </a:ln>
          </p:spPr>
          <p:txBody>
            <a:bodyPr/>
            <a:lstStyle/>
            <a:p>
              <a:endParaRPr lang="et-EE" sz="7219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38100"/>
              <a:ext cx="1865256" cy="271557"/>
            </a:xfrm>
            <a:prstGeom prst="rect">
              <a:avLst/>
            </a:prstGeom>
          </p:spPr>
          <p:txBody>
            <a:bodyPr lIns="93455" tIns="93455" rIns="93455" bIns="93455" rtlCol="0" anchor="ctr"/>
            <a:lstStyle/>
            <a:p>
              <a:pPr algn="ctr">
                <a:lnSpc>
                  <a:spcPts val="6356"/>
                </a:lnSpc>
                <a:spcBef>
                  <a:spcPct val="0"/>
                </a:spcBef>
              </a:pPr>
              <a:endParaRPr sz="7219"/>
            </a:p>
          </p:txBody>
        </p:sp>
      </p:grpSp>
      <p:sp>
        <p:nvSpPr>
          <p:cNvPr id="8" name="Freeform 8"/>
          <p:cNvSpPr/>
          <p:nvPr/>
        </p:nvSpPr>
        <p:spPr>
          <a:xfrm>
            <a:off x="34702219" y="-3707333"/>
            <a:ext cx="1296437" cy="860746"/>
          </a:xfrm>
          <a:custGeom>
            <a:avLst/>
            <a:gdLst/>
            <a:ahLst/>
            <a:cxnLst/>
            <a:rect l="l" t="t" r="r" b="b"/>
            <a:pathLst>
              <a:path w="2972253" h="3551079">
                <a:moveTo>
                  <a:pt x="0" y="0"/>
                </a:moveTo>
                <a:lnTo>
                  <a:pt x="2972252" y="0"/>
                </a:lnTo>
                <a:lnTo>
                  <a:pt x="2972252" y="3551079"/>
                </a:lnTo>
                <a:lnTo>
                  <a:pt x="0" y="35510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t-EE" sz="7219"/>
          </a:p>
        </p:txBody>
      </p:sp>
      <p:graphicFrame>
        <p:nvGraphicFramePr>
          <p:cNvPr id="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0644666"/>
              </p:ext>
            </p:extLst>
          </p:nvPr>
        </p:nvGraphicFramePr>
        <p:xfrm>
          <a:off x="316713" y="16031933"/>
          <a:ext cx="14827900" cy="4320000"/>
        </p:xfrm>
        <a:graphic>
          <a:graphicData uri="http://schemas.openxmlformats.org/drawingml/2006/table">
            <a:tbl>
              <a:tblPr/>
              <a:tblGrid>
                <a:gridCol w="370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6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06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06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b="1" spc="-33">
                          <a:solidFill>
                            <a:srgbClr val="2F3540"/>
                          </a:solidFill>
                          <a:latin typeface="TT Interphases Bold"/>
                          <a:ea typeface="TT Interphases Bold"/>
                          <a:cs typeface="TT Interphases Bold"/>
                          <a:sym typeface="TT Interphases Bold"/>
                        </a:rPr>
                        <a:t>Trait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b="1" spc="-33">
                          <a:solidFill>
                            <a:srgbClr val="2F3540"/>
                          </a:solidFill>
                          <a:latin typeface="TT Interphases Bold"/>
                          <a:ea typeface="TT Interphases Bold"/>
                          <a:cs typeface="TT Interphases Bold"/>
                          <a:sym typeface="TT Interphases Bold"/>
                        </a:rPr>
                        <a:t>Explanation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b="1" spc="-33">
                          <a:solidFill>
                            <a:srgbClr val="2F3540"/>
                          </a:solidFill>
                          <a:latin typeface="TT Interphases Bold"/>
                          <a:ea typeface="TT Interphases Bold"/>
                          <a:cs typeface="TT Interphases Bold"/>
                          <a:sym typeface="TT Interphases Bold"/>
                        </a:rPr>
                        <a:t>High Scores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D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b="1" spc="-33">
                          <a:solidFill>
                            <a:srgbClr val="2F3540"/>
                          </a:solidFill>
                          <a:latin typeface="TT Interphases Bold"/>
                          <a:ea typeface="TT Interphases Bold"/>
                          <a:cs typeface="TT Interphases Bold"/>
                          <a:sym typeface="TT Interphases Bold"/>
                        </a:rPr>
                        <a:t>Low Scores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AC5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b="1" spc="-33">
                          <a:solidFill>
                            <a:srgbClr val="7ED957"/>
                          </a:solidFill>
                          <a:latin typeface="TT Interphases Bold"/>
                          <a:ea typeface="TT Interphases Bold"/>
                          <a:cs typeface="TT Interphases Bold"/>
                          <a:sym typeface="TT Interphases Bold"/>
                        </a:rPr>
                        <a:t>Neuroticism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spc="-33">
                          <a:solidFill>
                            <a:srgbClr val="E3EAF6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Emotional sensitivity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A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A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A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spc="-33">
                          <a:solidFill>
                            <a:srgbClr val="E3EAF6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More stress, mood shifts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FA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spc="-33">
                          <a:solidFill>
                            <a:srgbClr val="E3EAF6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Calm, stable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b="1" spc="-33">
                          <a:solidFill>
                            <a:srgbClr val="7ED957"/>
                          </a:solidFill>
                          <a:latin typeface="TT Interphases Bold"/>
                          <a:ea typeface="TT Interphases Bold"/>
                          <a:cs typeface="TT Interphases Bold"/>
                          <a:sym typeface="TT Interphases Bold"/>
                        </a:rPr>
                        <a:t>Extraversion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spc="-33">
                          <a:solidFill>
                            <a:srgbClr val="E3EAF6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Sociability level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AEC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spc="-33">
                          <a:solidFill>
                            <a:srgbClr val="E3EAF6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Energetic, outgoing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spc="-33">
                          <a:solidFill>
                            <a:srgbClr val="E3EAF6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Quiet, reserved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b="1" spc="-33">
                          <a:solidFill>
                            <a:srgbClr val="7ED957"/>
                          </a:solidFill>
                          <a:latin typeface="TT Interphases Bold"/>
                          <a:ea typeface="TT Interphases Bold"/>
                          <a:cs typeface="TT Interphases Bold"/>
                          <a:sym typeface="TT Interphases Bold"/>
                        </a:rPr>
                        <a:t>Openness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spc="-33">
                          <a:solidFill>
                            <a:srgbClr val="E3EAF6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Curiosity, creativity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spc="-33">
                          <a:solidFill>
                            <a:srgbClr val="E3EAF6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Imaginative, open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spc="-33">
                          <a:solidFill>
                            <a:srgbClr val="E3EAF6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Prefers routine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b="1" spc="-33">
                          <a:solidFill>
                            <a:srgbClr val="7ED957"/>
                          </a:solidFill>
                          <a:latin typeface="TT Interphases Bold"/>
                          <a:ea typeface="TT Interphases Bold"/>
                          <a:cs typeface="TT Interphases Bold"/>
                          <a:sym typeface="TT Interphases Bold"/>
                        </a:rPr>
                        <a:t>Agreeableness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spc="-33">
                          <a:solidFill>
                            <a:srgbClr val="E3EAF6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Cooperation style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spc="-33">
                          <a:solidFill>
                            <a:srgbClr val="E3EAF6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Friendly, trusting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spc="-33">
                          <a:solidFill>
                            <a:srgbClr val="E3EAF6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Tough, skeptical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b="1" spc="-33">
                          <a:solidFill>
                            <a:srgbClr val="7ED957"/>
                          </a:solidFill>
                          <a:latin typeface="TT Interphases Bold"/>
                          <a:ea typeface="TT Interphases Bold"/>
                          <a:cs typeface="TT Interphases Bold"/>
                          <a:sym typeface="TT Interphases Bold"/>
                        </a:rPr>
                        <a:t>Conscientiousness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spc="-33">
                          <a:solidFill>
                            <a:srgbClr val="E3EAF6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Self-discipline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spc="-33">
                          <a:solidFill>
                            <a:srgbClr val="E3EAF6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Organized, reliable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spc="-33">
                          <a:solidFill>
                            <a:srgbClr val="E3EAF6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Flexible, less structured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b="1" spc="-33">
                          <a:solidFill>
                            <a:srgbClr val="7ED957"/>
                          </a:solidFill>
                          <a:latin typeface="TT Interphases Bold"/>
                          <a:ea typeface="TT Interphases Bold"/>
                          <a:cs typeface="TT Interphases Bold"/>
                          <a:sym typeface="TT Interphases Bold"/>
                        </a:rPr>
                        <a:t>Impulsivity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spc="-33">
                          <a:solidFill>
                            <a:srgbClr val="E3EAF6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Acting without thinking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spc="-33">
                          <a:solidFill>
                            <a:srgbClr val="E3EAF6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Spontaneous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spc="-33">
                          <a:solidFill>
                            <a:srgbClr val="E3EAF6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Careful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b="1" spc="-33">
                          <a:solidFill>
                            <a:srgbClr val="7ED957"/>
                          </a:solidFill>
                          <a:latin typeface="TT Interphases Bold"/>
                          <a:ea typeface="TT Interphases Bold"/>
                          <a:cs typeface="TT Interphases Bold"/>
                          <a:sym typeface="TT Interphases Bold"/>
                        </a:rPr>
                        <a:t>Sensation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57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400" spc="-33">
                          <a:solidFill>
                            <a:srgbClr val="E3EAF6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Response to sensory input</a:t>
                      </a:r>
                      <a:endParaRPr lang="en-US" sz="20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spc="-33">
                          <a:solidFill>
                            <a:srgbClr val="E3EAF6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Likes strong stimulation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49"/>
                        </a:lnSpc>
                        <a:defRPr/>
                      </a:pPr>
                      <a:r>
                        <a:rPr lang="en-US" sz="2600" spc="-33">
                          <a:solidFill>
                            <a:srgbClr val="E3EAF6"/>
                          </a:solidFill>
                          <a:latin typeface="TT Interphases"/>
                          <a:ea typeface="TT Interphases"/>
                          <a:cs typeface="TT Interphases"/>
                          <a:sym typeface="TT Interphases"/>
                        </a:rPr>
                        <a:t>Prefers calm</a:t>
                      </a:r>
                      <a:endParaRPr lang="en-US" sz="2200"/>
                    </a:p>
                  </a:txBody>
                  <a:tcPr marL="0" marR="0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10" name="Group 10"/>
          <p:cNvGrpSpPr/>
          <p:nvPr/>
        </p:nvGrpSpPr>
        <p:grpSpPr>
          <a:xfrm>
            <a:off x="26727425" y="-1571704"/>
            <a:ext cx="5215124" cy="521512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t-EE" sz="7219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114300"/>
              <a:ext cx="660400" cy="622300"/>
            </a:xfrm>
            <a:prstGeom prst="rect">
              <a:avLst/>
            </a:prstGeom>
          </p:spPr>
          <p:txBody>
            <a:bodyPr lIns="101732" tIns="101732" rIns="101732" bIns="101732" rtlCol="0" anchor="ctr"/>
            <a:lstStyle/>
            <a:p>
              <a:pPr algn="ctr">
                <a:lnSpc>
                  <a:spcPts val="6356"/>
                </a:lnSpc>
              </a:pPr>
              <a:endParaRPr sz="7219"/>
            </a:p>
          </p:txBody>
        </p:sp>
      </p:grpSp>
      <p:sp>
        <p:nvSpPr>
          <p:cNvPr id="18" name="Freeform 18"/>
          <p:cNvSpPr/>
          <p:nvPr/>
        </p:nvSpPr>
        <p:spPr>
          <a:xfrm>
            <a:off x="15148040" y="2499975"/>
            <a:ext cx="7886851" cy="7339793"/>
          </a:xfrm>
          <a:custGeom>
            <a:avLst/>
            <a:gdLst/>
            <a:ahLst/>
            <a:cxnLst/>
            <a:rect l="l" t="t" r="r" b="b"/>
            <a:pathLst>
              <a:path w="3119032" h="2982106">
                <a:moveTo>
                  <a:pt x="0" y="0"/>
                </a:moveTo>
                <a:lnTo>
                  <a:pt x="3119032" y="0"/>
                </a:lnTo>
                <a:lnTo>
                  <a:pt x="3119032" y="2982106"/>
                </a:lnTo>
                <a:lnTo>
                  <a:pt x="0" y="29821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8116" t="-35844" r="-56826"/>
            </a:stretch>
          </a:blipFill>
        </p:spPr>
        <p:txBody>
          <a:bodyPr/>
          <a:lstStyle/>
          <a:p>
            <a:endParaRPr lang="et-EE" sz="7219"/>
          </a:p>
        </p:txBody>
      </p:sp>
      <p:sp>
        <p:nvSpPr>
          <p:cNvPr id="13" name="Freeform 13"/>
          <p:cNvSpPr/>
          <p:nvPr/>
        </p:nvSpPr>
        <p:spPr>
          <a:xfrm>
            <a:off x="27256338" y="207370"/>
            <a:ext cx="2910588" cy="2910588"/>
          </a:xfrm>
          <a:custGeom>
            <a:avLst/>
            <a:gdLst/>
            <a:ahLst/>
            <a:cxnLst/>
            <a:rect l="l" t="t" r="r" b="b"/>
            <a:pathLst>
              <a:path w="1453405" h="1453405">
                <a:moveTo>
                  <a:pt x="0" y="0"/>
                </a:moveTo>
                <a:lnTo>
                  <a:pt x="1453405" y="0"/>
                </a:lnTo>
                <a:lnTo>
                  <a:pt x="1453405" y="1453405"/>
                </a:lnTo>
                <a:lnTo>
                  <a:pt x="0" y="14534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t-EE" sz="7219"/>
          </a:p>
        </p:txBody>
      </p:sp>
      <p:grpSp>
        <p:nvGrpSpPr>
          <p:cNvPr id="15" name="Group 15"/>
          <p:cNvGrpSpPr/>
          <p:nvPr/>
        </p:nvGrpSpPr>
        <p:grpSpPr>
          <a:xfrm>
            <a:off x="15144615" y="24414106"/>
            <a:ext cx="14796143" cy="6323931"/>
            <a:chOff x="0" y="0"/>
            <a:chExt cx="1383990" cy="59152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83990" cy="591523"/>
            </a:xfrm>
            <a:custGeom>
              <a:avLst/>
              <a:gdLst/>
              <a:ahLst/>
              <a:cxnLst/>
              <a:rect l="l" t="t" r="r" b="b"/>
              <a:pathLst>
                <a:path w="1383990" h="591523">
                  <a:moveTo>
                    <a:pt x="0" y="0"/>
                  </a:moveTo>
                  <a:lnTo>
                    <a:pt x="1383990" y="0"/>
                  </a:lnTo>
                  <a:lnTo>
                    <a:pt x="1383990" y="591523"/>
                  </a:lnTo>
                  <a:lnTo>
                    <a:pt x="0" y="591523"/>
                  </a:lnTo>
                  <a:close/>
                </a:path>
              </a:pathLst>
            </a:custGeom>
            <a:solidFill>
              <a:srgbClr val="FAECD6"/>
            </a:solidFill>
            <a:ln w="19050" cap="sq">
              <a:solidFill>
                <a:srgbClr val="2F3540"/>
              </a:solidFill>
              <a:prstDash val="solid"/>
              <a:miter/>
            </a:ln>
          </p:spPr>
          <p:txBody>
            <a:bodyPr/>
            <a:lstStyle/>
            <a:p>
              <a:endParaRPr lang="et-EE" sz="7219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38100"/>
              <a:ext cx="1383990" cy="553423"/>
            </a:xfrm>
            <a:prstGeom prst="rect">
              <a:avLst/>
            </a:prstGeom>
          </p:spPr>
          <p:txBody>
            <a:bodyPr lIns="93455" tIns="93455" rIns="93455" bIns="93455" rtlCol="0" anchor="ctr"/>
            <a:lstStyle/>
            <a:p>
              <a:pPr algn="ctr">
                <a:lnSpc>
                  <a:spcPts val="6356"/>
                </a:lnSpc>
                <a:spcBef>
                  <a:spcPct val="0"/>
                </a:spcBef>
              </a:pPr>
              <a:endParaRPr sz="7219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5148627" y="17163174"/>
            <a:ext cx="14790008" cy="7324091"/>
          </a:xfrm>
          <a:custGeom>
            <a:avLst/>
            <a:gdLst/>
            <a:ahLst/>
            <a:cxnLst/>
            <a:rect l="l" t="t" r="r" b="b"/>
            <a:pathLst>
              <a:path w="7388468" h="3657292">
                <a:moveTo>
                  <a:pt x="0" y="0"/>
                </a:moveTo>
                <a:lnTo>
                  <a:pt x="7388468" y="0"/>
                </a:lnTo>
                <a:lnTo>
                  <a:pt x="7388468" y="3657292"/>
                </a:lnTo>
                <a:lnTo>
                  <a:pt x="0" y="36572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t-EE" sz="7219"/>
          </a:p>
        </p:txBody>
      </p:sp>
      <p:sp>
        <p:nvSpPr>
          <p:cNvPr id="22" name="Freeform 22"/>
          <p:cNvSpPr/>
          <p:nvPr/>
        </p:nvSpPr>
        <p:spPr>
          <a:xfrm>
            <a:off x="23718046" y="292183"/>
            <a:ext cx="2703652" cy="2568468"/>
          </a:xfrm>
          <a:custGeom>
            <a:avLst/>
            <a:gdLst/>
            <a:ahLst/>
            <a:cxnLst/>
            <a:rect l="l" t="t" r="r" b="b"/>
            <a:pathLst>
              <a:path w="1350071" h="1282567">
                <a:moveTo>
                  <a:pt x="0" y="0"/>
                </a:moveTo>
                <a:lnTo>
                  <a:pt x="1350071" y="0"/>
                </a:lnTo>
                <a:lnTo>
                  <a:pt x="1350071" y="1282567"/>
                </a:lnTo>
                <a:lnTo>
                  <a:pt x="0" y="12825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t-EE" sz="7219"/>
          </a:p>
        </p:txBody>
      </p:sp>
      <p:sp>
        <p:nvSpPr>
          <p:cNvPr id="23" name="TextBox 23"/>
          <p:cNvSpPr txBox="1"/>
          <p:nvPr/>
        </p:nvSpPr>
        <p:spPr>
          <a:xfrm>
            <a:off x="844701" y="1055646"/>
            <a:ext cx="21932290" cy="1531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>
              <a:lnSpc>
                <a:spcPts val="11213"/>
              </a:lnSpc>
              <a:spcBef>
                <a:spcPct val="0"/>
              </a:spcBef>
            </a:pPr>
            <a:r>
              <a:rPr lang="en-US" sz="11801" spc="-707" dirty="0">
                <a:solidFill>
                  <a:srgbClr val="2F3540"/>
                </a:solidFill>
                <a:latin typeface="Gotu"/>
                <a:ea typeface="Gotu"/>
                <a:cs typeface="Gotu"/>
                <a:sym typeface="Gotu"/>
              </a:rPr>
              <a:t>Drug Use &amp; Personality Analysis: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4702" y="2577218"/>
            <a:ext cx="14617090" cy="2654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865"/>
              </a:lnSpc>
            </a:pPr>
            <a:r>
              <a:rPr lang="et-EE" sz="4800" spc="-366" dirty="0">
                <a:solidFill>
                  <a:srgbClr val="2F3540"/>
                </a:solidFill>
                <a:latin typeface="Gotu"/>
                <a:ea typeface="Gotu"/>
                <a:cs typeface="Gotu"/>
                <a:sym typeface="Gotu"/>
              </a:rPr>
              <a:t>B12 - </a:t>
            </a:r>
            <a:r>
              <a:rPr lang="en-US" sz="4800" spc="-366" dirty="0">
                <a:solidFill>
                  <a:srgbClr val="2F3540"/>
                </a:solidFill>
                <a:latin typeface="Gotu"/>
                <a:ea typeface="Gotu"/>
                <a:cs typeface="Gotu"/>
                <a:sym typeface="Gotu"/>
              </a:rPr>
              <a:t>Exploring the Link Between Personality Traits and Substance Use - Hannes Jaakson &amp; Richard Miikael Jaks</a:t>
            </a:r>
            <a:endParaRPr lang="en-US" sz="4800" spc="-366" dirty="0">
              <a:solidFill>
                <a:srgbClr val="2F3540"/>
              </a:solidFill>
              <a:latin typeface="Gotu"/>
              <a:ea typeface="Gotu"/>
              <a:cs typeface="Gotu"/>
            </a:endParaRPr>
          </a:p>
          <a:p>
            <a:pPr>
              <a:lnSpc>
                <a:spcPts val="6865"/>
              </a:lnSpc>
            </a:pPr>
            <a:endParaRPr lang="en-US" sz="4800" spc="-366" dirty="0">
              <a:solidFill>
                <a:srgbClr val="2F3540"/>
              </a:solidFill>
              <a:latin typeface="Gotu"/>
              <a:ea typeface="Gotu"/>
              <a:cs typeface="Gotu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200579" y="4564922"/>
            <a:ext cx="13452192" cy="7709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t-EE" sz="2400" dirty="0">
                <a:solidFill>
                  <a:srgbClr val="2F3540"/>
                </a:solidFill>
                <a:latin typeface="TT Chocolates" panose="020B0604020202020204" charset="0"/>
                <a:ea typeface="TT Chocolates Bold"/>
                <a:cs typeface="TT Chocolates Bold"/>
                <a:sym typeface="TT Chocolates Bold"/>
              </a:rPr>
              <a:t>The </a:t>
            </a:r>
            <a:r>
              <a:rPr lang="et-EE" sz="2400" dirty="0" err="1">
                <a:solidFill>
                  <a:srgbClr val="2F3540"/>
                </a:solidFill>
                <a:latin typeface="TT Chocolates" panose="020B0604020202020204" charset="0"/>
                <a:ea typeface="TT Chocolates Bold"/>
                <a:cs typeface="TT Chocolates Bold"/>
                <a:sym typeface="TT Chocolates Bold"/>
              </a:rPr>
              <a:t>dataset</a:t>
            </a:r>
            <a:r>
              <a:rPr lang="et-EE" sz="2400" dirty="0">
                <a:solidFill>
                  <a:srgbClr val="2F3540"/>
                </a:solidFill>
                <a:latin typeface="TT Chocolates" panose="020B0604020202020204" charset="0"/>
                <a:ea typeface="TT Chocolates Bold"/>
                <a:cs typeface="TT Chocolates Bold"/>
                <a:sym typeface="TT Chocolates Bold"/>
              </a:rPr>
              <a:t> </a:t>
            </a:r>
            <a:r>
              <a:rPr lang="et-EE" sz="2400" dirty="0" err="1">
                <a:solidFill>
                  <a:srgbClr val="2F3540"/>
                </a:solidFill>
                <a:latin typeface="TT Chocolates" panose="020B0604020202020204" charset="0"/>
                <a:ea typeface="TT Chocolates Bold"/>
                <a:cs typeface="TT Chocolates Bold"/>
                <a:sym typeface="TT Chocolates Bold"/>
              </a:rPr>
              <a:t>is</a:t>
            </a:r>
            <a:r>
              <a:rPr lang="et-EE" sz="2400" dirty="0">
                <a:solidFill>
                  <a:srgbClr val="2F3540"/>
                </a:solidFill>
                <a:latin typeface="TT Chocolates" panose="020B0604020202020204" charset="0"/>
                <a:ea typeface="TT Chocolates Bold"/>
                <a:cs typeface="TT Chocolates Bold"/>
                <a:sym typeface="TT Chocolates Bold"/>
              </a:rPr>
              <a:t> </a:t>
            </a:r>
            <a:r>
              <a:rPr lang="et-EE" sz="2400" dirty="0" err="1">
                <a:solidFill>
                  <a:srgbClr val="2F3540"/>
                </a:solidFill>
                <a:latin typeface="TT Chocolates" panose="020B0604020202020204" charset="0"/>
                <a:ea typeface="TT Chocolates Bold"/>
                <a:cs typeface="TT Chocolates Bold"/>
                <a:sym typeface="TT Chocolates Bold"/>
              </a:rPr>
              <a:t>from</a:t>
            </a:r>
            <a:r>
              <a:rPr lang="et-EE" sz="2400" dirty="0">
                <a:solidFill>
                  <a:srgbClr val="2F3540"/>
                </a:solidFill>
                <a:latin typeface="TT Chocolates" panose="020B0604020202020204" charset="0"/>
                <a:ea typeface="TT Chocolates Bold"/>
                <a:cs typeface="TT Chocolates Bold"/>
                <a:sym typeface="TT Chocolates Bold"/>
              </a:rPr>
              <a:t> </a:t>
            </a:r>
            <a:r>
              <a:rPr lang="et-EE" sz="2400" dirty="0" err="1">
                <a:solidFill>
                  <a:srgbClr val="2F3540"/>
                </a:solidFill>
                <a:latin typeface="TT Chocolates" panose="020B0604020202020204" charset="0"/>
                <a:ea typeface="TT Chocolates Bold"/>
                <a:cs typeface="TT Chocolates Bold"/>
                <a:sym typeface="TT Chocolates Bold"/>
              </a:rPr>
              <a:t>Kaggle</a:t>
            </a:r>
            <a:r>
              <a:rPr lang="et-EE" sz="2400" dirty="0">
                <a:solidFill>
                  <a:srgbClr val="2F3540"/>
                </a:solidFill>
                <a:latin typeface="TT Chocolates" panose="020B0604020202020204" charset="0"/>
                <a:ea typeface="TT Chocolates Bold"/>
                <a:cs typeface="TT Chocolates Bold"/>
                <a:sym typeface="TT Chocolates Bold"/>
              </a:rPr>
              <a:t>. </a:t>
            </a:r>
            <a:r>
              <a:rPr lang="et-EE" sz="2400" b="1" dirty="0" err="1">
                <a:solidFill>
                  <a:srgbClr val="2F354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It</a:t>
            </a:r>
            <a:r>
              <a:rPr lang="en-US" sz="2400" b="1" dirty="0">
                <a:solidFill>
                  <a:srgbClr val="2F354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</a:t>
            </a:r>
            <a:r>
              <a:rPr lang="en-US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contains demographic variables</a:t>
            </a:r>
            <a:r>
              <a:rPr lang="en-US" sz="2400" b="1" dirty="0">
                <a:solidFill>
                  <a:srgbClr val="2F354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(age, gender, education, country, ethnicity)</a:t>
            </a:r>
            <a:r>
              <a:rPr lang="en-US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and detailed </a:t>
            </a:r>
            <a:r>
              <a:rPr lang="en-US" sz="2400" b="1" dirty="0">
                <a:solidFill>
                  <a:srgbClr val="2F354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drug-use histories</a:t>
            </a:r>
            <a:r>
              <a:rPr lang="en-US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across six levels of use, ranging</a:t>
            </a:r>
            <a:r>
              <a:rPr lang="en-US" sz="2400" b="1" dirty="0">
                <a:solidFill>
                  <a:srgbClr val="2F354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 from never used</a:t>
            </a:r>
            <a:r>
              <a:rPr lang="en-US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2400" b="1" dirty="0">
                <a:solidFill>
                  <a:srgbClr val="2F354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to used in the last day</a:t>
            </a:r>
            <a:r>
              <a:rPr lang="en-US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. It also includes personality measures such as the </a:t>
            </a:r>
            <a:r>
              <a:rPr lang="en-US" sz="2400" b="1" dirty="0">
                <a:solidFill>
                  <a:srgbClr val="2F354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Big Five traits, impulsivity, and sensation seeking</a:t>
            </a:r>
            <a:r>
              <a:rPr lang="en-US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, (table above) which help explain individual differences in behavior. Data was cleaned by removing all countries other than US and UK, removed all rows with drug “</a:t>
            </a:r>
            <a:r>
              <a:rPr lang="en-US" sz="2400" dirty="0" err="1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semeron</a:t>
            </a:r>
            <a:r>
              <a:rPr lang="en-US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”, since it was a made up drug to get over-</a:t>
            </a:r>
            <a:r>
              <a:rPr lang="en-US" sz="2400" dirty="0" err="1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achivers</a:t>
            </a:r>
            <a:r>
              <a:rPr lang="en-US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. Left school at 16 years includes now everyone who left school before 16 years and the same is with 16-18 years.</a:t>
            </a:r>
            <a:r>
              <a:rPr lang="et-EE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t-EE" sz="16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https://www.kaggle.com/datasets/mexwell/drug-consumption-classification/data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t-EE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The </a:t>
            </a:r>
            <a:r>
              <a:rPr lang="et-EE" sz="2400" dirty="0" err="1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motivation</a:t>
            </a:r>
            <a:r>
              <a:rPr lang="et-EE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t-EE" sz="2400" dirty="0" err="1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for</a:t>
            </a:r>
            <a:r>
              <a:rPr lang="et-EE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t-EE" sz="2400" dirty="0" err="1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this</a:t>
            </a:r>
            <a:r>
              <a:rPr lang="et-EE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t-EE" sz="2400" dirty="0" err="1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project</a:t>
            </a:r>
            <a:r>
              <a:rPr lang="et-EE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t-EE" sz="2400" dirty="0" err="1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comes</a:t>
            </a:r>
            <a:r>
              <a:rPr lang="et-EE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t-EE" sz="2400" dirty="0" err="1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from</a:t>
            </a:r>
            <a:r>
              <a:rPr lang="et-EE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t-EE" sz="2400" dirty="0" err="1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both</a:t>
            </a:r>
            <a:r>
              <a:rPr lang="et-EE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of </a:t>
            </a:r>
            <a:r>
              <a:rPr lang="et-EE" sz="2400" dirty="0" err="1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the</a:t>
            </a:r>
            <a:r>
              <a:rPr lang="et-EE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t-EE" sz="2400" dirty="0" err="1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authors</a:t>
            </a:r>
            <a:r>
              <a:rPr lang="et-EE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t-EE" sz="2400" dirty="0" err="1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interest</a:t>
            </a:r>
            <a:r>
              <a:rPr lang="et-EE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in </a:t>
            </a:r>
            <a:r>
              <a:rPr lang="et-EE" sz="2400" dirty="0" err="1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data</a:t>
            </a:r>
            <a:r>
              <a:rPr lang="et-EE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t-EE" sz="2400" dirty="0" err="1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drivben</a:t>
            </a:r>
            <a:r>
              <a:rPr lang="et-EE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t-EE" sz="2400" dirty="0" err="1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information</a:t>
            </a:r>
            <a:r>
              <a:rPr lang="et-EE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t-EE" sz="2400" dirty="0" err="1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about</a:t>
            </a:r>
            <a:r>
              <a:rPr lang="et-EE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t-EE" sz="2400" dirty="0" err="1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narcotics</a:t>
            </a:r>
            <a:r>
              <a:rPr lang="et-EE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t-EE" sz="2400" dirty="0" err="1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users</a:t>
            </a:r>
            <a:r>
              <a:rPr lang="et-EE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.</a:t>
            </a: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Goal 1: Data mining and cleaning – prepare and preprocess the dataset for analysis.</a:t>
            </a: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Goal 2: Analyze relationships between personality traits, demographics, and drug use;</a:t>
            </a:r>
            <a:r>
              <a:rPr lang="et-EE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</a:t>
            </a:r>
            <a:r>
              <a:rPr lang="en-US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explore links between different substances and cluster individuals by behavioral similarity.</a:t>
            </a:r>
          </a:p>
          <a:p>
            <a:pPr marL="342900" indent="-342900" algn="just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Goal 3: Visualize results and draw conclusions about patterns and predictors of drug use.</a:t>
            </a:r>
            <a:endParaRPr lang="et-EE" sz="2400" dirty="0">
              <a:solidFill>
                <a:srgbClr val="2F3540"/>
              </a:solidFill>
              <a:latin typeface="TT Chocolates"/>
              <a:ea typeface="TT Chocolates"/>
              <a:cs typeface="TT Chocolates"/>
              <a:sym typeface="TT Chocolates"/>
            </a:endParaRP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endParaRPr lang="en-US" sz="2400" dirty="0">
              <a:solidFill>
                <a:srgbClr val="2F3540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44701" y="11979411"/>
            <a:ext cx="14048647" cy="39837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215"/>
              </a:lnSpc>
              <a:spcBef>
                <a:spcPct val="0"/>
              </a:spcBef>
            </a:pPr>
            <a:r>
              <a:rPr lang="en-US" sz="4000" dirty="0"/>
              <a:t>Patterns show a clear divide between universally used substances (alcohol, caffeine, chocolate) and niche or high-risk drugs, whose users cluster into distinct behavioral groups. The near-absence of recent use for substances like VSA and Amyl</a:t>
            </a:r>
            <a:r>
              <a:rPr lang="et-EE" sz="4000" dirty="0"/>
              <a:t> („</a:t>
            </a:r>
            <a:r>
              <a:rPr lang="et-EE" sz="4000" dirty="0" err="1"/>
              <a:t>Poppers</a:t>
            </a:r>
            <a:r>
              <a:rPr lang="et-EE" sz="4000" dirty="0"/>
              <a:t>“)</a:t>
            </a:r>
            <a:r>
              <a:rPr lang="en-US" sz="4000" dirty="0"/>
              <a:t> likely reflects strong social desirability bias or underreporting rather than true scarcity.</a:t>
            </a:r>
            <a:endParaRPr lang="en-US" sz="3700" dirty="0">
              <a:solidFill>
                <a:srgbClr val="2F3540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2286800" y="24604854"/>
            <a:ext cx="11110614" cy="5903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17"/>
              </a:lnSpc>
            </a:pPr>
            <a:r>
              <a:rPr lang="en-US" spc="-266">
                <a:solidFill>
                  <a:srgbClr val="2F3540"/>
                </a:solidFill>
                <a:latin typeface="Gotu"/>
                <a:ea typeface="Gotu"/>
                <a:cs typeface="Gotu"/>
                <a:sym typeface="Gotu"/>
              </a:rPr>
              <a:t>Pairwise clusters</a:t>
            </a:r>
          </a:p>
          <a:p>
            <a:pPr algn="r">
              <a:lnSpc>
                <a:spcPts val="4217"/>
              </a:lnSpc>
            </a:pPr>
            <a:r>
              <a:rPr lang="en-US" spc="-266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                                      Amphet  +                                                                 | Chocolate</a:t>
            </a:r>
          </a:p>
          <a:p>
            <a:pPr algn="r">
              <a:lnSpc>
                <a:spcPts val="4217"/>
              </a:lnSpc>
            </a:pPr>
            <a:r>
              <a:rPr lang="en-US" spc="-266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Legalh (bath salts, herbal incense) + Ecstasy</a:t>
            </a:r>
          </a:p>
          <a:p>
            <a:pPr algn="r">
              <a:lnSpc>
                <a:spcPts val="4217"/>
              </a:lnSpc>
            </a:pPr>
            <a:r>
              <a:rPr lang="en-US" spc="-266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Caffeine</a:t>
            </a:r>
          </a:p>
          <a:p>
            <a:pPr algn="r">
              <a:lnSpc>
                <a:spcPts val="4217"/>
              </a:lnSpc>
            </a:pPr>
            <a:r>
              <a:rPr lang="en-US" spc="-266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Alcohol</a:t>
            </a:r>
          </a:p>
          <a:p>
            <a:pPr algn="r">
              <a:lnSpc>
                <a:spcPts val="4217"/>
              </a:lnSpc>
            </a:pPr>
            <a:r>
              <a:rPr lang="en-US" spc="-266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Cannabis</a:t>
            </a:r>
          </a:p>
          <a:p>
            <a:pPr algn="r">
              <a:lnSpc>
                <a:spcPts val="4217"/>
              </a:lnSpc>
            </a:pPr>
            <a:r>
              <a:rPr lang="en-US" spc="-266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Ketamine</a:t>
            </a:r>
          </a:p>
          <a:p>
            <a:pPr algn="r">
              <a:lnSpc>
                <a:spcPts val="4217"/>
              </a:lnSpc>
            </a:pPr>
            <a:r>
              <a:rPr lang="en-US" spc="-266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Nicotine</a:t>
            </a:r>
          </a:p>
          <a:p>
            <a:pPr algn="r">
              <a:lnSpc>
                <a:spcPts val="4217"/>
              </a:lnSpc>
            </a:pPr>
            <a:r>
              <a:rPr lang="en-US" spc="-266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            Meth + Coke + Mushrooms + LSD</a:t>
            </a:r>
          </a:p>
          <a:p>
            <a:pPr algn="r">
              <a:lnSpc>
                <a:spcPts val="3983"/>
              </a:lnSpc>
            </a:pPr>
            <a:r>
              <a:rPr lang="en-US" sz="3404" spc="-25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Heroin +Crack + Amyl (Poppers) + VSA (glues, aerosols)</a:t>
            </a:r>
          </a:p>
          <a:p>
            <a:pPr algn="r">
              <a:lnSpc>
                <a:spcPts val="4217"/>
              </a:lnSpc>
            </a:pPr>
            <a:r>
              <a:rPr lang="en-US" spc="-266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Benzos (Xanax, Valium, Klonopin)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3174765" y="3166194"/>
            <a:ext cx="4528955" cy="7799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334"/>
              </a:lnSpc>
              <a:spcBef>
                <a:spcPct val="0"/>
              </a:spcBef>
            </a:pPr>
            <a:r>
              <a:rPr lang="en-US" sz="4524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Fentanyl user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3174765" y="3897776"/>
            <a:ext cx="5062952" cy="6048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411"/>
              </a:lnSpc>
              <a:spcBef>
                <a:spcPct val="0"/>
              </a:spcBef>
            </a:pPr>
            <a:r>
              <a:rPr lang="en-US" sz="1722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https://apimagesblog.com/blog/2022/11/29/fentanyls-scourge-plainly-visible-on-streets-of-los-angeles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3530907" y="24604854"/>
            <a:ext cx="8966972" cy="6467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17"/>
              </a:lnSpc>
            </a:pPr>
            <a:r>
              <a:rPr lang="en-US" spc="-266" err="1">
                <a:solidFill>
                  <a:srgbClr val="2F3540"/>
                </a:solidFill>
                <a:latin typeface="Gotu"/>
                <a:ea typeface="Gotu"/>
                <a:cs typeface="Gotu"/>
                <a:sym typeface="Gotu"/>
              </a:rPr>
              <a:t>Kmeans</a:t>
            </a:r>
            <a:r>
              <a:rPr lang="en-US" spc="-266">
                <a:solidFill>
                  <a:srgbClr val="2F3540"/>
                </a:solidFill>
                <a:latin typeface="Gotu"/>
                <a:ea typeface="Gotu"/>
                <a:cs typeface="Gotu"/>
                <a:sym typeface="Gotu"/>
              </a:rPr>
              <a:t> </a:t>
            </a:r>
            <a:r>
              <a:rPr lang="en-US" spc="-266" err="1">
                <a:solidFill>
                  <a:srgbClr val="2F3540"/>
                </a:solidFill>
                <a:latin typeface="Gotu"/>
                <a:ea typeface="Gotu"/>
                <a:cs typeface="Gotu"/>
                <a:sym typeface="Gotu"/>
              </a:rPr>
              <a:t>neighbours</a:t>
            </a:r>
            <a:r>
              <a:rPr lang="en-US" spc="-266">
                <a:solidFill>
                  <a:srgbClr val="2F3540"/>
                </a:solidFill>
                <a:latin typeface="Gotu"/>
                <a:ea typeface="Gotu"/>
                <a:cs typeface="Gotu"/>
                <a:sym typeface="Gotu"/>
              </a:rPr>
              <a:t> = 10</a:t>
            </a:r>
          </a:p>
          <a:p>
            <a:pPr algn="just">
              <a:lnSpc>
                <a:spcPts val="4217"/>
              </a:lnSpc>
            </a:pPr>
            <a:r>
              <a:rPr lang="en-US" spc="-266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= extreme outlier due to universal usage</a:t>
            </a:r>
          </a:p>
          <a:p>
            <a:pPr algn="just">
              <a:lnSpc>
                <a:spcPts val="4217"/>
              </a:lnSpc>
            </a:pPr>
            <a:r>
              <a:rPr lang="en-US" spc="-266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= “club drug” cluster</a:t>
            </a:r>
          </a:p>
          <a:p>
            <a:pPr algn="just">
              <a:lnSpc>
                <a:spcPts val="4217"/>
              </a:lnSpc>
            </a:pPr>
            <a:r>
              <a:rPr lang="en-US" spc="-266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= universal baseline</a:t>
            </a:r>
          </a:p>
          <a:p>
            <a:pPr algn="just">
              <a:lnSpc>
                <a:spcPts val="4217"/>
              </a:lnSpc>
            </a:pPr>
            <a:r>
              <a:rPr lang="en-US" spc="-266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= universal mixer</a:t>
            </a:r>
          </a:p>
          <a:p>
            <a:pPr algn="just">
              <a:lnSpc>
                <a:spcPts val="4217"/>
              </a:lnSpc>
            </a:pPr>
            <a:r>
              <a:rPr lang="en-US" spc="-266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= unique behavioral profile</a:t>
            </a:r>
          </a:p>
          <a:p>
            <a:pPr algn="just">
              <a:lnSpc>
                <a:spcPts val="4217"/>
              </a:lnSpc>
            </a:pPr>
            <a:r>
              <a:rPr lang="en-US" spc="-266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= between hard drug and party drug</a:t>
            </a:r>
          </a:p>
          <a:p>
            <a:pPr algn="just">
              <a:lnSpc>
                <a:spcPts val="4217"/>
              </a:lnSpc>
            </a:pPr>
            <a:r>
              <a:rPr lang="en-US" spc="-266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= broad-use background substance</a:t>
            </a:r>
          </a:p>
          <a:p>
            <a:pPr algn="just">
              <a:lnSpc>
                <a:spcPts val="4217"/>
              </a:lnSpc>
            </a:pPr>
            <a:r>
              <a:rPr lang="en-US" spc="-266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= strong co-usage cluster</a:t>
            </a:r>
          </a:p>
          <a:p>
            <a:pPr algn="just">
              <a:lnSpc>
                <a:spcPts val="4217"/>
              </a:lnSpc>
            </a:pPr>
            <a:r>
              <a:rPr lang="en-US" spc="-266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= rare / high-risk pattern cluster</a:t>
            </a:r>
          </a:p>
          <a:p>
            <a:pPr algn="just">
              <a:lnSpc>
                <a:spcPts val="4217"/>
              </a:lnSpc>
            </a:pPr>
            <a:r>
              <a:rPr lang="en-US" spc="-266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= unique sedative profile</a:t>
            </a:r>
          </a:p>
          <a:p>
            <a:pPr algn="just">
              <a:lnSpc>
                <a:spcPts val="4217"/>
              </a:lnSpc>
            </a:pPr>
            <a:endParaRPr lang="en-US" spc="-266">
              <a:solidFill>
                <a:srgbClr val="2F3540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23179993" y="2803427"/>
            <a:ext cx="3289532" cy="2970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411"/>
              </a:lnSpc>
              <a:spcBef>
                <a:spcPct val="0"/>
              </a:spcBef>
            </a:pPr>
            <a:r>
              <a:rPr lang="en-US" sz="1722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https://pngimg.com/image/16510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8937149" y="2777295"/>
            <a:ext cx="1474236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98"/>
              </a:lnSpc>
              <a:spcBef>
                <a:spcPct val="0"/>
              </a:spcBef>
            </a:pPr>
            <a:r>
              <a:rPr lang="en-US" sz="1202">
                <a:solidFill>
                  <a:srgbClr val="2F35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(www.freepik.com)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318838" y="20354278"/>
            <a:ext cx="14833801" cy="17075182"/>
            <a:chOff x="0" y="0"/>
            <a:chExt cx="1387513" cy="16911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87513" cy="1691127"/>
            </a:xfrm>
            <a:custGeom>
              <a:avLst/>
              <a:gdLst/>
              <a:ahLst/>
              <a:cxnLst/>
              <a:rect l="l" t="t" r="r" b="b"/>
              <a:pathLst>
                <a:path w="1387513" h="1691127">
                  <a:moveTo>
                    <a:pt x="0" y="0"/>
                  </a:moveTo>
                  <a:lnTo>
                    <a:pt x="1387513" y="0"/>
                  </a:lnTo>
                  <a:lnTo>
                    <a:pt x="1387513" y="1691127"/>
                  </a:lnTo>
                  <a:lnTo>
                    <a:pt x="0" y="1691127"/>
                  </a:lnTo>
                  <a:close/>
                </a:path>
              </a:pathLst>
            </a:custGeom>
            <a:solidFill>
              <a:srgbClr val="BAC5DB"/>
            </a:solidFill>
            <a:ln w="19050" cap="sq">
              <a:solidFill>
                <a:srgbClr val="2F3540"/>
              </a:solidFill>
              <a:prstDash val="solid"/>
              <a:miter/>
            </a:ln>
          </p:spPr>
          <p:txBody>
            <a:bodyPr/>
            <a:lstStyle/>
            <a:p>
              <a:endParaRPr lang="et-EE" sz="7219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38100"/>
              <a:ext cx="1387513" cy="1653027"/>
            </a:xfrm>
            <a:prstGeom prst="rect">
              <a:avLst/>
            </a:prstGeom>
          </p:spPr>
          <p:txBody>
            <a:bodyPr lIns="93455" tIns="93455" rIns="93455" bIns="93455" rtlCol="0" anchor="ctr"/>
            <a:lstStyle/>
            <a:p>
              <a:pPr algn="ctr">
                <a:lnSpc>
                  <a:spcPts val="6356"/>
                </a:lnSpc>
                <a:spcBef>
                  <a:spcPct val="0"/>
                </a:spcBef>
              </a:pPr>
              <a:endParaRPr sz="7219"/>
            </a:p>
          </p:txBody>
        </p:sp>
      </p:grpSp>
      <p:pic>
        <p:nvPicPr>
          <p:cNvPr id="37" name="Graphic 36">
            <a:extLst>
              <a:ext uri="{FF2B5EF4-FFF2-40B4-BE49-F238E27FC236}">
                <a16:creationId xmlns:a16="http://schemas.microsoft.com/office/drawing/2014/main" id="{2A65E5DB-E1D4-1B37-06BA-71AF563B76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154763" y="30741377"/>
            <a:ext cx="14783871" cy="11683476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776F6CBC-3A12-DBCF-F095-C896C5BC5F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00528" y="37431805"/>
            <a:ext cx="14866038" cy="4939974"/>
          </a:xfrm>
          <a:prstGeom prst="rect">
            <a:avLst/>
          </a:prstGeom>
        </p:spPr>
      </p:pic>
      <p:sp>
        <p:nvSpPr>
          <p:cNvPr id="29" name="TextBox 29"/>
          <p:cNvSpPr txBox="1"/>
          <p:nvPr/>
        </p:nvSpPr>
        <p:spPr>
          <a:xfrm>
            <a:off x="949232" y="20865162"/>
            <a:ext cx="12961809" cy="1271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>
              <a:lnSpc>
                <a:spcPts val="9310"/>
              </a:lnSpc>
              <a:spcBef>
                <a:spcPct val="0"/>
              </a:spcBef>
            </a:pPr>
            <a:r>
              <a:rPr lang="en-US" sz="9799" spc="-587">
                <a:solidFill>
                  <a:srgbClr val="2F3540"/>
                </a:solidFill>
                <a:latin typeface="Gotu"/>
                <a:ea typeface="Gotu"/>
                <a:cs typeface="Gotu"/>
                <a:sym typeface="Gotu"/>
              </a:rPr>
              <a:t>KEY INSIGHTS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67035" y="21734004"/>
            <a:ext cx="14526204" cy="15556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07959" lvl="1" indent="-453979" algn="just">
              <a:lnSpc>
                <a:spcPts val="5509"/>
              </a:lnSpc>
              <a:buFont typeface="Arial"/>
              <a:buChar char="•"/>
            </a:pPr>
            <a:r>
              <a:rPr lang="en-US" sz="360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Women use less drugs, especially hard drugs</a:t>
            </a:r>
          </a:p>
          <a:p>
            <a:pPr marL="907959" lvl="1" indent="-453979" algn="just">
              <a:lnSpc>
                <a:spcPts val="5509"/>
              </a:lnSpc>
              <a:buFont typeface="Arial"/>
              <a:buChar char="•"/>
            </a:pPr>
            <a:r>
              <a:rPr lang="en-US" sz="3600" b="1">
                <a:solidFill>
                  <a:srgbClr val="2F354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College dropouts do the most drugs</a:t>
            </a:r>
            <a:r>
              <a:rPr lang="en-US" sz="360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, especially legal highs, nicotine and cannabis</a:t>
            </a:r>
          </a:p>
          <a:p>
            <a:pPr marL="907959" lvl="1" indent="-453979" algn="just">
              <a:lnSpc>
                <a:spcPts val="5509"/>
              </a:lnSpc>
              <a:buFont typeface="Arial"/>
              <a:buChar char="•"/>
            </a:pPr>
            <a:r>
              <a:rPr lang="en-US" sz="360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Young people drink more often, but everyone drinks about the same every month.</a:t>
            </a:r>
          </a:p>
          <a:p>
            <a:pPr marL="907959" lvl="1" indent="-453979" algn="just">
              <a:lnSpc>
                <a:spcPts val="5509"/>
              </a:lnSpc>
              <a:buFont typeface="Arial"/>
              <a:buChar char="•"/>
            </a:pPr>
            <a:r>
              <a:rPr lang="en-US" sz="3600" b="1">
                <a:solidFill>
                  <a:srgbClr val="2F3540"/>
                </a:solidFill>
                <a:latin typeface="TT Chocolates Bold"/>
                <a:ea typeface="TT Chocolates Bold"/>
                <a:cs typeface="TT Chocolates Bold"/>
                <a:sym typeface="TT Chocolates Bold"/>
              </a:rPr>
              <a:t>Older people smoke nicotine more</a:t>
            </a:r>
            <a:r>
              <a:rPr lang="en-US" sz="360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, while younger addicts prefer cannabis more.</a:t>
            </a:r>
          </a:p>
          <a:p>
            <a:pPr marL="907959" lvl="1" indent="-453979" algn="just">
              <a:lnSpc>
                <a:spcPts val="5509"/>
              </a:lnSpc>
              <a:buFont typeface="Arial"/>
              <a:buChar char="•"/>
            </a:pPr>
            <a:r>
              <a:rPr lang="en-US" sz="360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Young people in general do more drugs.</a:t>
            </a:r>
          </a:p>
          <a:p>
            <a:pPr marL="907959" lvl="1" indent="-453979" algn="just">
              <a:lnSpc>
                <a:spcPts val="5509"/>
              </a:lnSpc>
              <a:buFont typeface="Arial"/>
              <a:buChar char="•"/>
            </a:pPr>
            <a:r>
              <a:rPr lang="en-US" sz="360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In general, drug users almost always had significantly different personality traits.</a:t>
            </a:r>
          </a:p>
          <a:p>
            <a:pPr algn="just">
              <a:lnSpc>
                <a:spcPts val="5769"/>
              </a:lnSpc>
            </a:pPr>
            <a:endParaRPr lang="en-US" sz="3600">
              <a:solidFill>
                <a:srgbClr val="2F3540"/>
              </a:solidFill>
              <a:latin typeface="TT Chocolates"/>
              <a:ea typeface="TT Chocolates"/>
              <a:cs typeface="TT Chocolates"/>
              <a:sym typeface="TT Chocolates"/>
            </a:endParaRPr>
          </a:p>
          <a:p>
            <a:pPr algn="just">
              <a:lnSpc>
                <a:spcPts val="5769"/>
              </a:lnSpc>
            </a:pPr>
            <a:r>
              <a:rPr lang="en-US" sz="4000">
                <a:solidFill>
                  <a:srgbClr val="2F3540"/>
                </a:solidFill>
                <a:latin typeface="Gotu"/>
                <a:ea typeface="Gotu"/>
                <a:cs typeface="Gotu"/>
                <a:sym typeface="Gotu"/>
              </a:rPr>
              <a:t>   Comparison to mean of all drugs. p = 0.05</a:t>
            </a:r>
          </a:p>
          <a:p>
            <a:pPr marL="821489" lvl="1" indent="-410745" algn="just">
              <a:lnSpc>
                <a:spcPts val="4984"/>
              </a:lnSpc>
              <a:buFont typeface="Arial"/>
              <a:buChar char="•"/>
            </a:pPr>
            <a:r>
              <a:rPr lang="en-US" sz="320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Users of Heroin, Meth, VSA, Benzos are significantly less extraverted </a:t>
            </a:r>
          </a:p>
          <a:p>
            <a:pPr marL="821489" lvl="1" indent="-410745" algn="just">
              <a:lnSpc>
                <a:spcPts val="4984"/>
              </a:lnSpc>
              <a:buFont typeface="Arial"/>
              <a:buChar char="•"/>
            </a:pPr>
            <a:r>
              <a:rPr lang="en-US" sz="320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Users of Mushrooms, Ecstasy, Amphetamines, Coke, Ketamine, legal highs, volatile substance abuse, crack, meth and heroin were significantly more neurotic.</a:t>
            </a:r>
          </a:p>
          <a:p>
            <a:pPr marL="821489" lvl="1" indent="-410745" algn="just">
              <a:lnSpc>
                <a:spcPts val="4984"/>
              </a:lnSpc>
              <a:buFont typeface="Arial"/>
              <a:buChar char="•"/>
            </a:pPr>
            <a:r>
              <a:rPr lang="en-US" sz="320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Only users of Poppers, caffeine, alcohol and chocolate were NOT significantly less </a:t>
            </a:r>
            <a:r>
              <a:rPr lang="en-US" sz="3200" err="1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agreaable</a:t>
            </a:r>
            <a:r>
              <a:rPr lang="en-US" sz="320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.</a:t>
            </a:r>
          </a:p>
          <a:p>
            <a:pPr marL="821489" lvl="1" indent="-410745" algn="just">
              <a:lnSpc>
                <a:spcPts val="4984"/>
              </a:lnSpc>
              <a:buFont typeface="Arial"/>
              <a:buChar char="•"/>
            </a:pPr>
            <a:r>
              <a:rPr lang="en-US" sz="320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Only users of caffeine alcohol and chocolate were NOT significantly less Conscientious.</a:t>
            </a:r>
          </a:p>
          <a:p>
            <a:pPr marL="821489" lvl="1" indent="-410745" algn="just">
              <a:lnSpc>
                <a:spcPts val="4984"/>
              </a:lnSpc>
              <a:buFont typeface="Arial"/>
              <a:buChar char="•"/>
            </a:pPr>
            <a:r>
              <a:rPr lang="en-US" sz="320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Only users of alcohol, choc, </a:t>
            </a:r>
            <a:r>
              <a:rPr lang="en-US" sz="3200" err="1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caff</a:t>
            </a:r>
            <a:r>
              <a:rPr lang="en-US" sz="320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and poppers were NOT significantly more open.</a:t>
            </a:r>
          </a:p>
          <a:p>
            <a:pPr marL="821489" lvl="1" indent="-410745" algn="just">
              <a:lnSpc>
                <a:spcPts val="4984"/>
              </a:lnSpc>
              <a:buFont typeface="Arial"/>
              <a:buChar char="•"/>
            </a:pPr>
            <a:r>
              <a:rPr lang="en-US" sz="320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Only users of chocolate, alcohol and caffeine were NOT significantly more impulsive.</a:t>
            </a:r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F038D5D1-DDAB-6856-FBFE-4FC8F490C2B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138199" y="9828445"/>
            <a:ext cx="14800435" cy="7400576"/>
          </a:xfrm>
          <a:prstGeom prst="rect">
            <a:avLst/>
          </a:prstGeom>
        </p:spPr>
      </p:pic>
      <p:sp>
        <p:nvSpPr>
          <p:cNvPr id="36" name="TextBox 36"/>
          <p:cNvSpPr txBox="1"/>
          <p:nvPr/>
        </p:nvSpPr>
        <p:spPr>
          <a:xfrm>
            <a:off x="28258155" y="16031933"/>
            <a:ext cx="1707944" cy="1667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98"/>
              </a:lnSpc>
              <a:spcBef>
                <a:spcPct val="0"/>
              </a:spcBef>
            </a:pPr>
            <a:r>
              <a:rPr lang="en-US" sz="1202" dirty="0">
                <a:solidFill>
                  <a:srgbClr val="2F3540"/>
                </a:solidFill>
                <a:latin typeface="TT Interphases"/>
                <a:ea typeface="TT Interphases"/>
                <a:cs typeface="TT Interphases"/>
                <a:sym typeface="TT Interphases"/>
              </a:rPr>
              <a:t>(www.freepik.com)</a:t>
            </a:r>
          </a:p>
        </p:txBody>
      </p:sp>
      <p:sp>
        <p:nvSpPr>
          <p:cNvPr id="21" name="Freeform 21"/>
          <p:cNvSpPr/>
          <p:nvPr/>
        </p:nvSpPr>
        <p:spPr>
          <a:xfrm>
            <a:off x="27703720" y="14513169"/>
            <a:ext cx="2011113" cy="1351681"/>
          </a:xfrm>
          <a:custGeom>
            <a:avLst/>
            <a:gdLst/>
            <a:ahLst/>
            <a:cxnLst/>
            <a:rect l="l" t="t" r="r" b="b"/>
            <a:pathLst>
              <a:path w="1557477" h="1144956">
                <a:moveTo>
                  <a:pt x="0" y="0"/>
                </a:moveTo>
                <a:lnTo>
                  <a:pt x="1557478" y="0"/>
                </a:lnTo>
                <a:lnTo>
                  <a:pt x="1557478" y="1144956"/>
                </a:lnTo>
                <a:lnTo>
                  <a:pt x="0" y="114495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t-EE" sz="7219"/>
          </a:p>
        </p:txBody>
      </p:sp>
      <p:sp>
        <p:nvSpPr>
          <p:cNvPr id="40" name="Heart 39">
            <a:extLst>
              <a:ext uri="{FF2B5EF4-FFF2-40B4-BE49-F238E27FC236}">
                <a16:creationId xmlns:a16="http://schemas.microsoft.com/office/drawing/2014/main" id="{A3400905-1C59-60C8-93E7-83DD027FE0A8}"/>
              </a:ext>
            </a:extLst>
          </p:cNvPr>
          <p:cNvSpPr/>
          <p:nvPr/>
        </p:nvSpPr>
        <p:spPr>
          <a:xfrm>
            <a:off x="28578513" y="3818673"/>
            <a:ext cx="1336000" cy="1343912"/>
          </a:xfrm>
          <a:prstGeom prst="hear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3" name="Picture 42" descr="A group of pink pills with smiley faces&#10;&#10;AI-generated content may be incorrect.">
            <a:extLst>
              <a:ext uri="{FF2B5EF4-FFF2-40B4-BE49-F238E27FC236}">
                <a16:creationId xmlns:a16="http://schemas.microsoft.com/office/drawing/2014/main" id="{14A05701-7634-7FE9-6507-862CD323B05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2880" y="5197743"/>
            <a:ext cx="6925754" cy="4617169"/>
          </a:xfrm>
          <a:prstGeom prst="rect">
            <a:avLst/>
          </a:prstGeom>
        </p:spPr>
      </p:pic>
      <p:sp>
        <p:nvSpPr>
          <p:cNvPr id="44" name="TextBox 31">
            <a:extLst>
              <a:ext uri="{FF2B5EF4-FFF2-40B4-BE49-F238E27FC236}">
                <a16:creationId xmlns:a16="http://schemas.microsoft.com/office/drawing/2014/main" id="{D054F986-0918-A1D3-5874-4BE1A672A5CF}"/>
              </a:ext>
            </a:extLst>
          </p:cNvPr>
          <p:cNvSpPr txBox="1"/>
          <p:nvPr/>
        </p:nvSpPr>
        <p:spPr>
          <a:xfrm>
            <a:off x="22538396" y="4865516"/>
            <a:ext cx="5062952" cy="2970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2411"/>
              </a:lnSpc>
              <a:spcBef>
                <a:spcPct val="0"/>
              </a:spcBef>
            </a:pPr>
            <a:r>
              <a:rPr lang="et-EE" sz="1722" dirty="0" err="1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chatGPT</a:t>
            </a:r>
            <a:r>
              <a:rPr lang="et-EE" sz="1722" dirty="0">
                <a:solidFill>
                  <a:srgbClr val="2F3540"/>
                </a:solidFill>
                <a:latin typeface="TT Chocolates"/>
                <a:ea typeface="TT Chocolates"/>
                <a:cs typeface="TT Chocolates"/>
                <a:sym typeface="TT Chocolates"/>
              </a:rPr>
              <a:t> image</a:t>
            </a:r>
            <a:endParaRPr lang="en-US" sz="1722" dirty="0">
              <a:solidFill>
                <a:srgbClr val="2F3540"/>
              </a:solidFill>
              <a:latin typeface="TT Chocolates"/>
              <a:ea typeface="TT Chocolates"/>
              <a:cs typeface="TT Chocolates"/>
              <a:sym typeface="TT Chocolat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700</Words>
  <Application>Microsoft Office PowerPoint</Application>
  <PresentationFormat>Custom</PresentationFormat>
  <Paragraphs>83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TT Interphases Bold</vt:lpstr>
      <vt:lpstr>TT Chocolates Bold</vt:lpstr>
      <vt:lpstr>TT Chocolates</vt:lpstr>
      <vt:lpstr>Calibri</vt:lpstr>
      <vt:lpstr>TT Interphases</vt:lpstr>
      <vt:lpstr>Arial</vt:lpstr>
      <vt:lpstr>Gotu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Drug and Alcohol Awareness and Education Drug Awareness Poster in Light Blue Dark Blue Cream Friendly Illustrative Style</dc:title>
  <dc:creator>Hannes Jaakson</dc:creator>
  <cp:lastModifiedBy>Hannes Jaakson</cp:lastModifiedBy>
  <cp:revision>1</cp:revision>
  <dcterms:created xsi:type="dcterms:W3CDTF">2006-08-16T00:00:00Z</dcterms:created>
  <dcterms:modified xsi:type="dcterms:W3CDTF">2025-12-08T07:20:37Z</dcterms:modified>
  <dc:identifier>DAG63V6TCjY</dc:identifier>
</cp:coreProperties>
</file>